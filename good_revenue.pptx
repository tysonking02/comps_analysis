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5.xml" ContentType="application/vnd.openxmlformats-officedocument.theme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  <p:sldMasterId id="2147483864" r:id="rId2"/>
    <p:sldMasterId id="2147483987" r:id="rId3"/>
    <p:sldMasterId id="2147484081" r:id="rId4"/>
    <p:sldMasterId id="2147484102" r:id="rId5"/>
  </p:sldMasterIdLst>
  <p:notesMasterIdLst>
    <p:notesMasterId r:id="rId14"/>
  </p:notesMasterIdLst>
  <p:handoutMasterIdLst>
    <p:handoutMasterId r:id="rId15"/>
  </p:handoutMasterIdLst>
  <p:sldIdLst>
    <p:sldId id="2147470603" r:id="rId6"/>
    <p:sldId id="2147472982" r:id="rId7"/>
    <p:sldId id="2147472986" r:id="rId8"/>
    <p:sldId id="2147472983" r:id="rId9"/>
    <p:sldId id="2147472987" r:id="rId10"/>
    <p:sldId id="2147472988" r:id="rId11"/>
    <p:sldId id="2147472958" r:id="rId12"/>
    <p:sldId id="2147472989" r:id="rId13"/>
  </p:sldIdLst>
  <p:sldSz cx="12192000" cy="6858000"/>
  <p:notesSz cx="7023100" cy="93091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35BB57-CD5B-4E02-A949-ACF40DED48B6}">
          <p14:sldIdLst>
            <p14:sldId id="2147470603"/>
            <p14:sldId id="2147472982"/>
            <p14:sldId id="2147472986"/>
            <p14:sldId id="2147472983"/>
            <p14:sldId id="2147472987"/>
            <p14:sldId id="2147472988"/>
            <p14:sldId id="2147472958"/>
            <p14:sldId id="21474729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FFFFF"/>
    <a:srgbClr val="000000"/>
    <a:srgbClr val="B0DE5C"/>
    <a:srgbClr val="D3E3FD"/>
    <a:srgbClr val="CA34FF"/>
    <a:srgbClr val="D63AFF"/>
    <a:srgbClr val="800080"/>
    <a:srgbClr val="FF0000"/>
    <a:srgbClr val="FF0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77908" autoAdjust="0"/>
  </p:normalViewPr>
  <p:slideViewPr>
    <p:cSldViewPr snapToGrid="0" snapToObjects="1">
      <p:cViewPr>
        <p:scale>
          <a:sx n="75" d="100"/>
          <a:sy n="75" d="100"/>
        </p:scale>
        <p:origin x="1896" y="7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20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3762" cy="465927"/>
          </a:xfrm>
          <a:prstGeom prst="rect">
            <a:avLst/>
          </a:prstGeom>
        </p:spPr>
        <p:txBody>
          <a:bodyPr vert="horz" lIns="90553" tIns="45277" rIns="90553" bIns="4527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7769" y="0"/>
            <a:ext cx="3043762" cy="465927"/>
          </a:xfrm>
          <a:prstGeom prst="rect">
            <a:avLst/>
          </a:prstGeom>
        </p:spPr>
        <p:txBody>
          <a:bodyPr vert="horz" lIns="90553" tIns="45277" rIns="90553" bIns="45277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22 April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8843173"/>
            <a:ext cx="3043762" cy="465927"/>
          </a:xfrm>
          <a:prstGeom prst="rect">
            <a:avLst/>
          </a:prstGeom>
        </p:spPr>
        <p:txBody>
          <a:bodyPr vert="horz" lIns="90553" tIns="45277" rIns="90553" bIns="4527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7769" y="8843173"/>
            <a:ext cx="3043762" cy="465927"/>
          </a:xfrm>
          <a:prstGeom prst="rect">
            <a:avLst/>
          </a:prstGeom>
        </p:spPr>
        <p:txBody>
          <a:bodyPr vert="horz" lIns="90553" tIns="45277" rIns="90553" bIns="45277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3343" cy="467071"/>
          </a:xfrm>
          <a:prstGeom prst="rect">
            <a:avLst/>
          </a:prstGeom>
        </p:spPr>
        <p:txBody>
          <a:bodyPr vert="horz" lIns="905530" tIns="46657" rIns="93315" bIns="46657" rtlCol="0"/>
          <a:lstStyle>
            <a:lvl1pPr algn="l">
              <a:defRPr sz="9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1"/>
          </a:xfrm>
          <a:prstGeom prst="rect">
            <a:avLst/>
          </a:prstGeom>
        </p:spPr>
        <p:txBody>
          <a:bodyPr vert="horz" lIns="93315" tIns="46657" rIns="905530" bIns="46657" rtlCol="0"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22 April 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558800"/>
            <a:ext cx="5584825" cy="3141663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3315" tIns="46657" rIns="93315" bIns="46657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42030"/>
            <a:ext cx="3043343" cy="467070"/>
          </a:xfrm>
          <a:prstGeom prst="rect">
            <a:avLst/>
          </a:prstGeom>
        </p:spPr>
        <p:txBody>
          <a:bodyPr vert="horz" lIns="905530" tIns="46657" rIns="93315" bIns="46657" rtlCol="0" anchor="b"/>
          <a:lstStyle>
            <a:lvl1pPr algn="l">
              <a:defRPr sz="9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0"/>
          </a:xfrm>
          <a:prstGeom prst="rect">
            <a:avLst/>
          </a:prstGeom>
        </p:spPr>
        <p:txBody>
          <a:bodyPr vert="horz" lIns="93315" tIns="46657" rIns="905530" bIns="46657" rtlCol="0" anchor="b"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6798" y="4479827"/>
            <a:ext cx="5569504" cy="99181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24.xml"/><Relationship Id="rId7" Type="http://schemas.openxmlformats.org/officeDocument/2006/relationships/oleObject" Target="../embeddings/oleObject2.bin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1.xml"/><Relationship Id="rId11" Type="http://schemas.openxmlformats.org/officeDocument/2006/relationships/image" Target="../media/image8.svg"/><Relationship Id="rId5" Type="http://schemas.openxmlformats.org/officeDocument/2006/relationships/tags" Target="../tags/tag26.xml"/><Relationship Id="rId10" Type="http://schemas.openxmlformats.org/officeDocument/2006/relationships/image" Target="../media/image7.png"/><Relationship Id="rId4" Type="http://schemas.openxmlformats.org/officeDocument/2006/relationships/tags" Target="../tags/tag25.xml"/><Relationship Id="rId9" Type="http://schemas.openxmlformats.org/officeDocument/2006/relationships/image" Target="../media/image6.jp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10" Type="http://schemas.openxmlformats.org/officeDocument/2006/relationships/image" Target="../media/image1.emf"/><Relationship Id="rId4" Type="http://schemas.openxmlformats.org/officeDocument/2006/relationships/tags" Target="../tags/tag30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3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9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4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9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4.sv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3.png"/><Relationship Id="rId5" Type="http://schemas.openxmlformats.org/officeDocument/2006/relationships/tags" Target="../tags/tag50.xml"/><Relationship Id="rId10" Type="http://schemas.openxmlformats.org/officeDocument/2006/relationships/image" Target="../media/image9.jpeg"/><Relationship Id="rId4" Type="http://schemas.openxmlformats.org/officeDocument/2006/relationships/tags" Target="../tags/tag49.xml"/><Relationship Id="rId9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10" Type="http://schemas.openxmlformats.org/officeDocument/2006/relationships/image" Target="../media/image5.emf"/><Relationship Id="rId4" Type="http://schemas.openxmlformats.org/officeDocument/2006/relationships/tags" Target="../tags/tag55.xml"/><Relationship Id="rId9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image" Target="../media/image4.svg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3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1.emf"/><Relationship Id="rId5" Type="http://schemas.openxmlformats.org/officeDocument/2006/relationships/tags" Target="../tags/tag63.xml"/><Relationship Id="rId10" Type="http://schemas.openxmlformats.org/officeDocument/2006/relationships/oleObject" Target="../embeddings/oleObject8.bin"/><Relationship Id="rId4" Type="http://schemas.openxmlformats.org/officeDocument/2006/relationships/tags" Target="../tags/tag62.xml"/><Relationship Id="rId9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image" Target="../media/image4.svg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3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image" Target="../media/image1.emf"/><Relationship Id="rId5" Type="http://schemas.openxmlformats.org/officeDocument/2006/relationships/tags" Target="../tags/tag71.xml"/><Relationship Id="rId10" Type="http://schemas.openxmlformats.org/officeDocument/2006/relationships/oleObject" Target="../embeddings/oleObject9.bin"/><Relationship Id="rId4" Type="http://schemas.openxmlformats.org/officeDocument/2006/relationships/tags" Target="../tags/tag70.xml"/><Relationship Id="rId9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image" Target="../media/image4.svg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1.emf"/><Relationship Id="rId5" Type="http://schemas.openxmlformats.org/officeDocument/2006/relationships/tags" Target="../tags/tag79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78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4.sv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3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10.emf"/><Relationship Id="rId5" Type="http://schemas.openxmlformats.org/officeDocument/2006/relationships/tags" Target="../tags/tag87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86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image" Target="../media/image4.svg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image" Target="../media/image3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1.emf"/><Relationship Id="rId5" Type="http://schemas.openxmlformats.org/officeDocument/2006/relationships/tags" Target="../tags/tag95.xml"/><Relationship Id="rId10" Type="http://schemas.openxmlformats.org/officeDocument/2006/relationships/oleObject" Target="../embeddings/oleObject12.bin"/><Relationship Id="rId4" Type="http://schemas.openxmlformats.org/officeDocument/2006/relationships/tags" Target="../tags/tag94.xml"/><Relationship Id="rId9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tags" Target="../tags/tag101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4.sv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image" Target="../media/image3.png"/><Relationship Id="rId5" Type="http://schemas.openxmlformats.org/officeDocument/2006/relationships/tags" Target="../tags/tag103.xml"/><Relationship Id="rId10" Type="http://schemas.openxmlformats.org/officeDocument/2006/relationships/image" Target="../media/image2.png"/><Relationship Id="rId4" Type="http://schemas.openxmlformats.org/officeDocument/2006/relationships/tags" Target="../tags/tag102.xml"/><Relationship Id="rId9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7.xml"/><Relationship Id="rId7" Type="http://schemas.openxmlformats.org/officeDocument/2006/relationships/image" Target="../media/image5.emf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oleObject" Target="../embeddings/oleObject14.bin"/><Relationship Id="rId5" Type="http://schemas.openxmlformats.org/officeDocument/2006/relationships/slideMaster" Target="../slideMasters/slideMaster1.xml"/><Relationship Id="rId10" Type="http://schemas.openxmlformats.org/officeDocument/2006/relationships/image" Target="../media/image4.svg"/><Relationship Id="rId4" Type="http://schemas.openxmlformats.org/officeDocument/2006/relationships/tags" Target="../tags/tag108.xml"/><Relationship Id="rId9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111.xml"/><Relationship Id="rId7" Type="http://schemas.openxmlformats.org/officeDocument/2006/relationships/slideMaster" Target="../slideMasters/slideMaster1.xml"/><Relationship Id="rId12" Type="http://schemas.microsoft.com/office/2007/relationships/hdphoto" Target="../media/hdphoto1.wdp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image" Target="../media/image12.png"/><Relationship Id="rId5" Type="http://schemas.openxmlformats.org/officeDocument/2006/relationships/tags" Target="../tags/tag113.xml"/><Relationship Id="rId10" Type="http://schemas.openxmlformats.org/officeDocument/2006/relationships/image" Target="../media/image11.jpg"/><Relationship Id="rId4" Type="http://schemas.openxmlformats.org/officeDocument/2006/relationships/tags" Target="../tags/tag112.xml"/><Relationship Id="rId9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118.xml"/><Relationship Id="rId7" Type="http://schemas.openxmlformats.org/officeDocument/2006/relationships/oleObject" Target="../embeddings/oleObject17.bin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image" Target="../media/image1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image" Target="../media/image4.svg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image" Target="../media/image3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image" Target="../media/image1.emf"/><Relationship Id="rId5" Type="http://schemas.openxmlformats.org/officeDocument/2006/relationships/tags" Target="../tags/tag124.xml"/><Relationship Id="rId10" Type="http://schemas.openxmlformats.org/officeDocument/2006/relationships/oleObject" Target="../embeddings/oleObject18.bin"/><Relationship Id="rId4" Type="http://schemas.openxmlformats.org/officeDocument/2006/relationships/tags" Target="../tags/tag123.xml"/><Relationship Id="rId9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151.xml"/><Relationship Id="rId7" Type="http://schemas.openxmlformats.org/officeDocument/2006/relationships/oleObject" Target="../embeddings/oleObject20.bin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slideMaster" Target="../slideMasters/slideMaster2.xml"/><Relationship Id="rId11" Type="http://schemas.openxmlformats.org/officeDocument/2006/relationships/image" Target="../media/image8.svg"/><Relationship Id="rId5" Type="http://schemas.openxmlformats.org/officeDocument/2006/relationships/tags" Target="../tags/tag153.xml"/><Relationship Id="rId10" Type="http://schemas.openxmlformats.org/officeDocument/2006/relationships/image" Target="../media/image7.png"/><Relationship Id="rId4" Type="http://schemas.openxmlformats.org/officeDocument/2006/relationships/tags" Target="../tags/tag152.xml"/><Relationship Id="rId9" Type="http://schemas.openxmlformats.org/officeDocument/2006/relationships/image" Target="../media/image6.jp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10" Type="http://schemas.openxmlformats.org/officeDocument/2006/relationships/image" Target="../media/image1.emf"/><Relationship Id="rId4" Type="http://schemas.openxmlformats.org/officeDocument/2006/relationships/tags" Target="../tags/tag157.xml"/><Relationship Id="rId9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tags" Target="../tags/tag16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9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tags" Target="../tags/tag16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9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tags" Target="../tags/tag175.xml"/><Relationship Id="rId7" Type="http://schemas.openxmlformats.org/officeDocument/2006/relationships/slideMaster" Target="../slideMasters/slideMaster2.xml"/><Relationship Id="rId12" Type="http://schemas.microsoft.com/office/2007/relationships/hdphoto" Target="../media/hdphoto3.wdp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image" Target="../media/image12.png"/><Relationship Id="rId5" Type="http://schemas.openxmlformats.org/officeDocument/2006/relationships/tags" Target="../tags/tag177.xml"/><Relationship Id="rId10" Type="http://schemas.openxmlformats.org/officeDocument/2006/relationships/image" Target="../media/image9.jpeg"/><Relationship Id="rId4" Type="http://schemas.openxmlformats.org/officeDocument/2006/relationships/tags" Target="../tags/tag176.xml"/><Relationship Id="rId9" Type="http://schemas.openxmlformats.org/officeDocument/2006/relationships/image" Target="../media/image5.emf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10" Type="http://schemas.openxmlformats.org/officeDocument/2006/relationships/image" Target="../media/image5.emf"/><Relationship Id="rId4" Type="http://schemas.openxmlformats.org/officeDocument/2006/relationships/tags" Target="../tags/tag182.xml"/><Relationship Id="rId9" Type="http://schemas.openxmlformats.org/officeDocument/2006/relationships/oleObject" Target="../embeddings/oleObject25.bin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13" Type="http://schemas.openxmlformats.org/officeDocument/2006/relationships/image" Target="../media/image4.svg"/><Relationship Id="rId3" Type="http://schemas.openxmlformats.org/officeDocument/2006/relationships/tags" Target="../tags/tag188.xml"/><Relationship Id="rId7" Type="http://schemas.openxmlformats.org/officeDocument/2006/relationships/tags" Target="../tags/tag192.xml"/><Relationship Id="rId12" Type="http://schemas.openxmlformats.org/officeDocument/2006/relationships/image" Target="../media/image3.png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image" Target="../media/image1.emf"/><Relationship Id="rId5" Type="http://schemas.openxmlformats.org/officeDocument/2006/relationships/tags" Target="../tags/tag190.xml"/><Relationship Id="rId10" Type="http://schemas.openxmlformats.org/officeDocument/2006/relationships/oleObject" Target="../embeddings/oleObject18.bin"/><Relationship Id="rId4" Type="http://schemas.openxmlformats.org/officeDocument/2006/relationships/tags" Target="../tags/tag189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13" Type="http://schemas.microsoft.com/office/2007/relationships/hdphoto" Target="../media/hdphoto4.wdp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2.png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image" Target="../media/image1.emf"/><Relationship Id="rId5" Type="http://schemas.openxmlformats.org/officeDocument/2006/relationships/tags" Target="../tags/tag198.xml"/><Relationship Id="rId10" Type="http://schemas.openxmlformats.org/officeDocument/2006/relationships/oleObject" Target="../embeddings/oleObject26.bin"/><Relationship Id="rId4" Type="http://schemas.openxmlformats.org/officeDocument/2006/relationships/tags" Target="../tags/tag197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13" Type="http://schemas.openxmlformats.org/officeDocument/2006/relationships/image" Target="../media/image4.svg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12" Type="http://schemas.openxmlformats.org/officeDocument/2006/relationships/image" Target="../media/image3.png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1" Type="http://schemas.openxmlformats.org/officeDocument/2006/relationships/image" Target="../media/image5.emf"/><Relationship Id="rId5" Type="http://schemas.openxmlformats.org/officeDocument/2006/relationships/tags" Target="../tags/tag206.xml"/><Relationship Id="rId10" Type="http://schemas.openxmlformats.org/officeDocument/2006/relationships/oleObject" Target="../embeddings/oleObject27.bin"/><Relationship Id="rId4" Type="http://schemas.openxmlformats.org/officeDocument/2006/relationships/tags" Target="../tags/tag205.xml"/><Relationship Id="rId9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image" Target="../media/image4.svg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image" Target="../media/image3.png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image" Target="../media/image1.emf"/><Relationship Id="rId5" Type="http://schemas.openxmlformats.org/officeDocument/2006/relationships/tags" Target="../tags/tag214.xml"/><Relationship Id="rId10" Type="http://schemas.openxmlformats.org/officeDocument/2006/relationships/oleObject" Target="../embeddings/oleObject28.bin"/><Relationship Id="rId4" Type="http://schemas.openxmlformats.org/officeDocument/2006/relationships/tags" Target="../tags/tag213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13" Type="http://schemas.openxmlformats.org/officeDocument/2006/relationships/image" Target="../media/image4.svg"/><Relationship Id="rId3" Type="http://schemas.openxmlformats.org/officeDocument/2006/relationships/tags" Target="../tags/tag220.xml"/><Relationship Id="rId7" Type="http://schemas.openxmlformats.org/officeDocument/2006/relationships/tags" Target="../tags/tag224.xml"/><Relationship Id="rId12" Type="http://schemas.openxmlformats.org/officeDocument/2006/relationships/image" Target="../media/image3.png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image" Target="../media/image5.emf"/><Relationship Id="rId5" Type="http://schemas.openxmlformats.org/officeDocument/2006/relationships/tags" Target="../tags/tag222.xml"/><Relationship Id="rId10" Type="http://schemas.openxmlformats.org/officeDocument/2006/relationships/oleObject" Target="../embeddings/oleObject29.bin"/><Relationship Id="rId4" Type="http://schemas.openxmlformats.org/officeDocument/2006/relationships/tags" Target="../tags/tag221.xml"/><Relationship Id="rId9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tags" Target="../tags/tag228.xml"/><Relationship Id="rId7" Type="http://schemas.openxmlformats.org/officeDocument/2006/relationships/slideMaster" Target="../slideMasters/slideMaster2.xml"/><Relationship Id="rId12" Type="http://schemas.microsoft.com/office/2007/relationships/hdphoto" Target="../media/hdphoto5.wdp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11" Type="http://schemas.openxmlformats.org/officeDocument/2006/relationships/image" Target="../media/image12.png"/><Relationship Id="rId5" Type="http://schemas.openxmlformats.org/officeDocument/2006/relationships/tags" Target="../tags/tag230.xml"/><Relationship Id="rId10" Type="http://schemas.openxmlformats.org/officeDocument/2006/relationships/image" Target="../media/image2.png"/><Relationship Id="rId4" Type="http://schemas.openxmlformats.org/officeDocument/2006/relationships/tags" Target="../tags/tag229.xml"/><Relationship Id="rId9" Type="http://schemas.openxmlformats.org/officeDocument/2006/relationships/image" Target="../media/image5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34.xml"/><Relationship Id="rId7" Type="http://schemas.openxmlformats.org/officeDocument/2006/relationships/image" Target="../media/image5.emf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oleObject" Target="../embeddings/oleObject31.bin"/><Relationship Id="rId5" Type="http://schemas.openxmlformats.org/officeDocument/2006/relationships/slideMaster" Target="../slideMasters/slideMaster2.xml"/><Relationship Id="rId10" Type="http://schemas.microsoft.com/office/2007/relationships/hdphoto" Target="../media/hdphoto2.wdp"/><Relationship Id="rId4" Type="http://schemas.openxmlformats.org/officeDocument/2006/relationships/tags" Target="../tags/tag235.xml"/><Relationship Id="rId9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tags" Target="../tags/tag238.xml"/><Relationship Id="rId7" Type="http://schemas.openxmlformats.org/officeDocument/2006/relationships/slideMaster" Target="../slideMasters/slideMaster2.xml"/><Relationship Id="rId12" Type="http://schemas.microsoft.com/office/2007/relationships/hdphoto" Target="../media/hdphoto2.wdp"/><Relationship Id="rId2" Type="http://schemas.openxmlformats.org/officeDocument/2006/relationships/tags" Target="../tags/tag237.xml"/><Relationship Id="rId1" Type="http://schemas.openxmlformats.org/officeDocument/2006/relationships/tags" Target="../tags/tag236.xml"/><Relationship Id="rId6" Type="http://schemas.openxmlformats.org/officeDocument/2006/relationships/tags" Target="../tags/tag241.xml"/><Relationship Id="rId11" Type="http://schemas.openxmlformats.org/officeDocument/2006/relationships/image" Target="../media/image12.png"/><Relationship Id="rId5" Type="http://schemas.openxmlformats.org/officeDocument/2006/relationships/tags" Target="../tags/tag240.xml"/><Relationship Id="rId10" Type="http://schemas.openxmlformats.org/officeDocument/2006/relationships/image" Target="../media/image11.jpg"/><Relationship Id="rId4" Type="http://schemas.openxmlformats.org/officeDocument/2006/relationships/tags" Target="../tags/tag239.xml"/><Relationship Id="rId9" Type="http://schemas.openxmlformats.org/officeDocument/2006/relationships/image" Target="../media/image5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2.xml"/><Relationship Id="rId6" Type="http://schemas.microsoft.com/office/2007/relationships/hdphoto" Target="../media/hdphoto6.wdp"/><Relationship Id="rId5" Type="http://schemas.openxmlformats.org/officeDocument/2006/relationships/image" Target="../media/image14.png"/><Relationship Id="rId4" Type="http://schemas.openxmlformats.org/officeDocument/2006/relationships/image" Target="../media/image5.emf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265.xml"/><Relationship Id="rId7" Type="http://schemas.openxmlformats.org/officeDocument/2006/relationships/tags" Target="../tags/tag269.xml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10" Type="http://schemas.openxmlformats.org/officeDocument/2006/relationships/image" Target="../media/image1.emf"/><Relationship Id="rId4" Type="http://schemas.openxmlformats.org/officeDocument/2006/relationships/tags" Target="../tags/tag266.xml"/><Relationship Id="rId9" Type="http://schemas.openxmlformats.org/officeDocument/2006/relationships/oleObject" Target="../embeddings/oleObject35.bin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tags" Target="../tags/tag27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71.xml"/><Relationship Id="rId1" Type="http://schemas.openxmlformats.org/officeDocument/2006/relationships/tags" Target="../tags/tag270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9" Type="http://schemas.openxmlformats.org/officeDocument/2006/relationships/image" Target="../media/image5.emf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tags" Target="../tags/tag278.xml"/><Relationship Id="rId7" Type="http://schemas.openxmlformats.org/officeDocument/2006/relationships/slideMaster" Target="../slideMasters/slideMaster3.xml"/><Relationship Id="rId12" Type="http://schemas.microsoft.com/office/2007/relationships/hdphoto" Target="../media/hdphoto7.wdp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6" Type="http://schemas.openxmlformats.org/officeDocument/2006/relationships/tags" Target="../tags/tag281.xml"/><Relationship Id="rId11" Type="http://schemas.openxmlformats.org/officeDocument/2006/relationships/image" Target="../media/image17.png"/><Relationship Id="rId5" Type="http://schemas.openxmlformats.org/officeDocument/2006/relationships/tags" Target="../tags/tag280.xml"/><Relationship Id="rId10" Type="http://schemas.openxmlformats.org/officeDocument/2006/relationships/image" Target="../media/image16.jpeg"/><Relationship Id="rId4" Type="http://schemas.openxmlformats.org/officeDocument/2006/relationships/tags" Target="../tags/tag279.xml"/><Relationship Id="rId9" Type="http://schemas.openxmlformats.org/officeDocument/2006/relationships/image" Target="../media/image5.emf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13" Type="http://schemas.openxmlformats.org/officeDocument/2006/relationships/image" Target="../media/image4.svg"/><Relationship Id="rId3" Type="http://schemas.openxmlformats.org/officeDocument/2006/relationships/tags" Target="../tags/tag284.xml"/><Relationship Id="rId7" Type="http://schemas.openxmlformats.org/officeDocument/2006/relationships/tags" Target="../tags/tag288.xml"/><Relationship Id="rId12" Type="http://schemas.openxmlformats.org/officeDocument/2006/relationships/image" Target="../media/image3.png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11" Type="http://schemas.openxmlformats.org/officeDocument/2006/relationships/image" Target="../media/image1.emf"/><Relationship Id="rId5" Type="http://schemas.openxmlformats.org/officeDocument/2006/relationships/tags" Target="../tags/tag286.xml"/><Relationship Id="rId10" Type="http://schemas.openxmlformats.org/officeDocument/2006/relationships/oleObject" Target="../embeddings/oleObject38.bin"/><Relationship Id="rId4" Type="http://schemas.openxmlformats.org/officeDocument/2006/relationships/tags" Target="../tags/tag285.xml"/><Relationship Id="rId9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0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92.xml"/><Relationship Id="rId1" Type="http://schemas.openxmlformats.org/officeDocument/2006/relationships/tags" Target="../tags/tag29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0.bin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316.xml"/><Relationship Id="rId7" Type="http://schemas.openxmlformats.org/officeDocument/2006/relationships/oleObject" Target="../embeddings/oleObject42.bin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6" Type="http://schemas.openxmlformats.org/officeDocument/2006/relationships/slideMaster" Target="../slideMasters/slideMaster4.xml"/><Relationship Id="rId11" Type="http://schemas.openxmlformats.org/officeDocument/2006/relationships/image" Target="../media/image8.svg"/><Relationship Id="rId5" Type="http://schemas.openxmlformats.org/officeDocument/2006/relationships/tags" Target="../tags/tag318.xml"/><Relationship Id="rId10" Type="http://schemas.openxmlformats.org/officeDocument/2006/relationships/image" Target="../media/image7.png"/><Relationship Id="rId4" Type="http://schemas.openxmlformats.org/officeDocument/2006/relationships/tags" Target="../tags/tag317.xml"/><Relationship Id="rId9" Type="http://schemas.openxmlformats.org/officeDocument/2006/relationships/image" Target="../media/image6.jp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321.xml"/><Relationship Id="rId7" Type="http://schemas.openxmlformats.org/officeDocument/2006/relationships/tags" Target="../tags/tag325.xml"/><Relationship Id="rId2" Type="http://schemas.openxmlformats.org/officeDocument/2006/relationships/tags" Target="../tags/tag320.xml"/><Relationship Id="rId1" Type="http://schemas.openxmlformats.org/officeDocument/2006/relationships/tags" Target="../tags/tag319.xml"/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10" Type="http://schemas.openxmlformats.org/officeDocument/2006/relationships/image" Target="../media/image1.emf"/><Relationship Id="rId4" Type="http://schemas.openxmlformats.org/officeDocument/2006/relationships/tags" Target="../tags/tag322.xml"/><Relationship Id="rId9" Type="http://schemas.openxmlformats.org/officeDocument/2006/relationships/oleObject" Target="../embeddings/oleObject43.bin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tags" Target="../tags/tag328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9" Type="http://schemas.openxmlformats.org/officeDocument/2006/relationships/image" Target="../media/image5.emf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tags" Target="../tags/tag334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33.xml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9" Type="http://schemas.openxmlformats.org/officeDocument/2006/relationships/image" Target="../media/image5.emf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tags" Target="../tags/tag340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39.xml"/><Relationship Id="rId1" Type="http://schemas.openxmlformats.org/officeDocument/2006/relationships/tags" Target="../tags/tag338.xml"/><Relationship Id="rId6" Type="http://schemas.openxmlformats.org/officeDocument/2006/relationships/tags" Target="../tags/tag343.xml"/><Relationship Id="rId5" Type="http://schemas.openxmlformats.org/officeDocument/2006/relationships/tags" Target="../tags/tag342.xml"/><Relationship Id="rId10" Type="http://schemas.openxmlformats.org/officeDocument/2006/relationships/image" Target="../media/image21.jpg"/><Relationship Id="rId4" Type="http://schemas.openxmlformats.org/officeDocument/2006/relationships/tags" Target="../tags/tag341.xml"/><Relationship Id="rId9" Type="http://schemas.openxmlformats.org/officeDocument/2006/relationships/image" Target="../media/image5.emf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346.xml"/><Relationship Id="rId7" Type="http://schemas.openxmlformats.org/officeDocument/2006/relationships/tags" Target="../tags/tag350.xml"/><Relationship Id="rId2" Type="http://schemas.openxmlformats.org/officeDocument/2006/relationships/tags" Target="../tags/tag345.xml"/><Relationship Id="rId1" Type="http://schemas.openxmlformats.org/officeDocument/2006/relationships/tags" Target="../tags/tag344.xml"/><Relationship Id="rId6" Type="http://schemas.openxmlformats.org/officeDocument/2006/relationships/tags" Target="../tags/tag349.xml"/><Relationship Id="rId5" Type="http://schemas.openxmlformats.org/officeDocument/2006/relationships/tags" Target="../tags/tag348.xml"/><Relationship Id="rId10" Type="http://schemas.openxmlformats.org/officeDocument/2006/relationships/image" Target="../media/image5.emf"/><Relationship Id="rId4" Type="http://schemas.openxmlformats.org/officeDocument/2006/relationships/tags" Target="../tags/tag347.xml"/><Relationship Id="rId9" Type="http://schemas.openxmlformats.org/officeDocument/2006/relationships/oleObject" Target="../embeddings/oleObject47.bin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358.xml"/><Relationship Id="rId3" Type="http://schemas.openxmlformats.org/officeDocument/2006/relationships/tags" Target="../tags/tag353.xml"/><Relationship Id="rId7" Type="http://schemas.openxmlformats.org/officeDocument/2006/relationships/tags" Target="../tags/tag357.xml"/><Relationship Id="rId2" Type="http://schemas.openxmlformats.org/officeDocument/2006/relationships/tags" Target="../tags/tag352.xml"/><Relationship Id="rId1" Type="http://schemas.openxmlformats.org/officeDocument/2006/relationships/tags" Target="../tags/tag351.xml"/><Relationship Id="rId6" Type="http://schemas.openxmlformats.org/officeDocument/2006/relationships/tags" Target="../tags/tag356.xml"/><Relationship Id="rId11" Type="http://schemas.openxmlformats.org/officeDocument/2006/relationships/image" Target="../media/image1.emf"/><Relationship Id="rId5" Type="http://schemas.openxmlformats.org/officeDocument/2006/relationships/tags" Target="../tags/tag355.xml"/><Relationship Id="rId10" Type="http://schemas.openxmlformats.org/officeDocument/2006/relationships/oleObject" Target="../embeddings/oleObject48.bin"/><Relationship Id="rId4" Type="http://schemas.openxmlformats.org/officeDocument/2006/relationships/tags" Target="../tags/tag354.xml"/><Relationship Id="rId9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366.xml"/><Relationship Id="rId3" Type="http://schemas.openxmlformats.org/officeDocument/2006/relationships/tags" Target="../tags/tag361.xml"/><Relationship Id="rId7" Type="http://schemas.openxmlformats.org/officeDocument/2006/relationships/tags" Target="../tags/tag365.xml"/><Relationship Id="rId2" Type="http://schemas.openxmlformats.org/officeDocument/2006/relationships/tags" Target="../tags/tag360.xml"/><Relationship Id="rId1" Type="http://schemas.openxmlformats.org/officeDocument/2006/relationships/tags" Target="../tags/tag359.xml"/><Relationship Id="rId6" Type="http://schemas.openxmlformats.org/officeDocument/2006/relationships/tags" Target="../tags/tag364.xml"/><Relationship Id="rId11" Type="http://schemas.openxmlformats.org/officeDocument/2006/relationships/image" Target="../media/image1.emf"/><Relationship Id="rId5" Type="http://schemas.openxmlformats.org/officeDocument/2006/relationships/tags" Target="../tags/tag363.xml"/><Relationship Id="rId10" Type="http://schemas.openxmlformats.org/officeDocument/2006/relationships/oleObject" Target="../embeddings/oleObject49.bin"/><Relationship Id="rId4" Type="http://schemas.openxmlformats.org/officeDocument/2006/relationships/tags" Target="../tags/tag362.xml"/><Relationship Id="rId9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374.xml"/><Relationship Id="rId3" Type="http://schemas.openxmlformats.org/officeDocument/2006/relationships/tags" Target="../tags/tag369.xml"/><Relationship Id="rId7" Type="http://schemas.openxmlformats.org/officeDocument/2006/relationships/tags" Target="../tags/tag373.xml"/><Relationship Id="rId2" Type="http://schemas.openxmlformats.org/officeDocument/2006/relationships/tags" Target="../tags/tag368.xml"/><Relationship Id="rId1" Type="http://schemas.openxmlformats.org/officeDocument/2006/relationships/tags" Target="../tags/tag367.xml"/><Relationship Id="rId6" Type="http://schemas.openxmlformats.org/officeDocument/2006/relationships/tags" Target="../tags/tag372.xml"/><Relationship Id="rId11" Type="http://schemas.openxmlformats.org/officeDocument/2006/relationships/image" Target="../media/image5.emf"/><Relationship Id="rId5" Type="http://schemas.openxmlformats.org/officeDocument/2006/relationships/tags" Target="../tags/tag371.xml"/><Relationship Id="rId10" Type="http://schemas.openxmlformats.org/officeDocument/2006/relationships/oleObject" Target="../embeddings/oleObject50.bin"/><Relationship Id="rId4" Type="http://schemas.openxmlformats.org/officeDocument/2006/relationships/tags" Target="../tags/tag370.xml"/><Relationship Id="rId9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382.xml"/><Relationship Id="rId3" Type="http://schemas.openxmlformats.org/officeDocument/2006/relationships/tags" Target="../tags/tag377.xml"/><Relationship Id="rId7" Type="http://schemas.openxmlformats.org/officeDocument/2006/relationships/tags" Target="../tags/tag381.xml"/><Relationship Id="rId2" Type="http://schemas.openxmlformats.org/officeDocument/2006/relationships/tags" Target="../tags/tag376.xml"/><Relationship Id="rId1" Type="http://schemas.openxmlformats.org/officeDocument/2006/relationships/tags" Target="../tags/tag375.xml"/><Relationship Id="rId6" Type="http://schemas.openxmlformats.org/officeDocument/2006/relationships/tags" Target="../tags/tag380.xml"/><Relationship Id="rId11" Type="http://schemas.openxmlformats.org/officeDocument/2006/relationships/image" Target="../media/image1.emf"/><Relationship Id="rId5" Type="http://schemas.openxmlformats.org/officeDocument/2006/relationships/tags" Target="../tags/tag379.xml"/><Relationship Id="rId10" Type="http://schemas.openxmlformats.org/officeDocument/2006/relationships/oleObject" Target="../embeddings/oleObject51.bin"/><Relationship Id="rId4" Type="http://schemas.openxmlformats.org/officeDocument/2006/relationships/tags" Target="../tags/tag378.xml"/><Relationship Id="rId9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390.xml"/><Relationship Id="rId3" Type="http://schemas.openxmlformats.org/officeDocument/2006/relationships/tags" Target="../tags/tag385.xml"/><Relationship Id="rId7" Type="http://schemas.openxmlformats.org/officeDocument/2006/relationships/tags" Target="../tags/tag389.xml"/><Relationship Id="rId2" Type="http://schemas.openxmlformats.org/officeDocument/2006/relationships/tags" Target="../tags/tag384.xml"/><Relationship Id="rId1" Type="http://schemas.openxmlformats.org/officeDocument/2006/relationships/tags" Target="../tags/tag383.xml"/><Relationship Id="rId6" Type="http://schemas.openxmlformats.org/officeDocument/2006/relationships/tags" Target="../tags/tag388.xml"/><Relationship Id="rId11" Type="http://schemas.openxmlformats.org/officeDocument/2006/relationships/image" Target="../media/image5.emf"/><Relationship Id="rId5" Type="http://schemas.openxmlformats.org/officeDocument/2006/relationships/tags" Target="../tags/tag387.xml"/><Relationship Id="rId10" Type="http://schemas.openxmlformats.org/officeDocument/2006/relationships/oleObject" Target="../embeddings/oleObject52.bin"/><Relationship Id="rId4" Type="http://schemas.openxmlformats.org/officeDocument/2006/relationships/tags" Target="../tags/tag386.xml"/><Relationship Id="rId9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tags" Target="../tags/tag393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392.xml"/><Relationship Id="rId1" Type="http://schemas.openxmlformats.org/officeDocument/2006/relationships/tags" Target="../tags/tag391.xml"/><Relationship Id="rId6" Type="http://schemas.openxmlformats.org/officeDocument/2006/relationships/tags" Target="../tags/tag396.xml"/><Relationship Id="rId5" Type="http://schemas.openxmlformats.org/officeDocument/2006/relationships/tags" Target="../tags/tag395.xml"/><Relationship Id="rId10" Type="http://schemas.openxmlformats.org/officeDocument/2006/relationships/image" Target="../media/image20.png"/><Relationship Id="rId4" Type="http://schemas.openxmlformats.org/officeDocument/2006/relationships/tags" Target="../tags/tag394.xml"/><Relationship Id="rId9" Type="http://schemas.openxmlformats.org/officeDocument/2006/relationships/image" Target="../media/image5.emf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399.xml"/><Relationship Id="rId7" Type="http://schemas.openxmlformats.org/officeDocument/2006/relationships/image" Target="../media/image5.emf"/><Relationship Id="rId2" Type="http://schemas.openxmlformats.org/officeDocument/2006/relationships/tags" Target="../tags/tag398.xml"/><Relationship Id="rId1" Type="http://schemas.openxmlformats.org/officeDocument/2006/relationships/tags" Target="../tags/tag397.xml"/><Relationship Id="rId6" Type="http://schemas.openxmlformats.org/officeDocument/2006/relationships/oleObject" Target="../embeddings/oleObject54.bin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400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tags" Target="../tags/tag403.xml"/><Relationship Id="rId7" Type="http://schemas.openxmlformats.org/officeDocument/2006/relationships/slideMaster" Target="../slideMasters/slideMaster4.xml"/><Relationship Id="rId12" Type="http://schemas.microsoft.com/office/2007/relationships/hdphoto" Target="../media/hdphoto8.wdp"/><Relationship Id="rId2" Type="http://schemas.openxmlformats.org/officeDocument/2006/relationships/tags" Target="../tags/tag402.xml"/><Relationship Id="rId1" Type="http://schemas.openxmlformats.org/officeDocument/2006/relationships/tags" Target="../tags/tag401.xml"/><Relationship Id="rId6" Type="http://schemas.openxmlformats.org/officeDocument/2006/relationships/tags" Target="../tags/tag406.xml"/><Relationship Id="rId11" Type="http://schemas.openxmlformats.org/officeDocument/2006/relationships/image" Target="../media/image22.png"/><Relationship Id="rId5" Type="http://schemas.openxmlformats.org/officeDocument/2006/relationships/tags" Target="../tags/tag405.xml"/><Relationship Id="rId10" Type="http://schemas.openxmlformats.org/officeDocument/2006/relationships/image" Target="../media/image11.jpg"/><Relationship Id="rId4" Type="http://schemas.openxmlformats.org/officeDocument/2006/relationships/tags" Target="../tags/tag404.xml"/><Relationship Id="rId9" Type="http://schemas.openxmlformats.org/officeDocument/2006/relationships/image" Target="../media/image5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07.xml"/><Relationship Id="rId4" Type="http://schemas.openxmlformats.org/officeDocument/2006/relationships/image" Target="../media/image5.emf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tags" Target="../tags/tag410.xml"/><Relationship Id="rId7" Type="http://schemas.openxmlformats.org/officeDocument/2006/relationships/slideMaster" Target="../slideMasters/slideMaster4.xml"/><Relationship Id="rId12" Type="http://schemas.openxmlformats.org/officeDocument/2006/relationships/image" Target="../media/image4.svg"/><Relationship Id="rId2" Type="http://schemas.openxmlformats.org/officeDocument/2006/relationships/tags" Target="../tags/tag409.xml"/><Relationship Id="rId1" Type="http://schemas.openxmlformats.org/officeDocument/2006/relationships/tags" Target="../tags/tag408.xml"/><Relationship Id="rId6" Type="http://schemas.openxmlformats.org/officeDocument/2006/relationships/tags" Target="../tags/tag413.xml"/><Relationship Id="rId11" Type="http://schemas.openxmlformats.org/officeDocument/2006/relationships/image" Target="../media/image3.png"/><Relationship Id="rId5" Type="http://schemas.openxmlformats.org/officeDocument/2006/relationships/tags" Target="../tags/tag412.xml"/><Relationship Id="rId10" Type="http://schemas.openxmlformats.org/officeDocument/2006/relationships/image" Target="../media/image23.png"/><Relationship Id="rId4" Type="http://schemas.openxmlformats.org/officeDocument/2006/relationships/tags" Target="../tags/tag411.xml"/><Relationship Id="rId9" Type="http://schemas.openxmlformats.org/officeDocument/2006/relationships/image" Target="../media/image5.emf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436.xml"/><Relationship Id="rId7" Type="http://schemas.openxmlformats.org/officeDocument/2006/relationships/oleObject" Target="../embeddings/oleObject58.bin"/><Relationship Id="rId2" Type="http://schemas.openxmlformats.org/officeDocument/2006/relationships/tags" Target="../tags/tag435.xml"/><Relationship Id="rId1" Type="http://schemas.openxmlformats.org/officeDocument/2006/relationships/tags" Target="../tags/tag434.xml"/><Relationship Id="rId6" Type="http://schemas.openxmlformats.org/officeDocument/2006/relationships/slideMaster" Target="../slideMasters/slideMaster5.xml"/><Relationship Id="rId11" Type="http://schemas.openxmlformats.org/officeDocument/2006/relationships/image" Target="../media/image8.svg"/><Relationship Id="rId5" Type="http://schemas.openxmlformats.org/officeDocument/2006/relationships/tags" Target="../tags/tag438.xml"/><Relationship Id="rId10" Type="http://schemas.openxmlformats.org/officeDocument/2006/relationships/image" Target="../media/image7.png"/><Relationship Id="rId4" Type="http://schemas.openxmlformats.org/officeDocument/2006/relationships/tags" Target="../tags/tag437.xml"/><Relationship Id="rId9" Type="http://schemas.openxmlformats.org/officeDocument/2006/relationships/image" Target="../media/image24.jpe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441.xml"/><Relationship Id="rId7" Type="http://schemas.openxmlformats.org/officeDocument/2006/relationships/tags" Target="../tags/tag445.xml"/><Relationship Id="rId2" Type="http://schemas.openxmlformats.org/officeDocument/2006/relationships/tags" Target="../tags/tag440.xml"/><Relationship Id="rId1" Type="http://schemas.openxmlformats.org/officeDocument/2006/relationships/tags" Target="../tags/tag439.xml"/><Relationship Id="rId6" Type="http://schemas.openxmlformats.org/officeDocument/2006/relationships/tags" Target="../tags/tag444.xml"/><Relationship Id="rId5" Type="http://schemas.openxmlformats.org/officeDocument/2006/relationships/tags" Target="../tags/tag443.xml"/><Relationship Id="rId10" Type="http://schemas.openxmlformats.org/officeDocument/2006/relationships/image" Target="../media/image1.emf"/><Relationship Id="rId4" Type="http://schemas.openxmlformats.org/officeDocument/2006/relationships/tags" Target="../tags/tag442.xml"/><Relationship Id="rId9" Type="http://schemas.openxmlformats.org/officeDocument/2006/relationships/oleObject" Target="../embeddings/oleObject35.bin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tags" Target="../tags/tag448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447.xml"/><Relationship Id="rId1" Type="http://schemas.openxmlformats.org/officeDocument/2006/relationships/tags" Target="../tags/tag446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9" Type="http://schemas.openxmlformats.org/officeDocument/2006/relationships/image" Target="../media/image5.emf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tags" Target="../tags/tag454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453.xml"/><Relationship Id="rId1" Type="http://schemas.openxmlformats.org/officeDocument/2006/relationships/tags" Target="../tags/tag452.xml"/><Relationship Id="rId6" Type="http://schemas.openxmlformats.org/officeDocument/2006/relationships/tags" Target="../tags/tag457.xml"/><Relationship Id="rId5" Type="http://schemas.openxmlformats.org/officeDocument/2006/relationships/tags" Target="../tags/tag456.xml"/><Relationship Id="rId4" Type="http://schemas.openxmlformats.org/officeDocument/2006/relationships/tags" Target="../tags/tag455.xml"/><Relationship Id="rId9" Type="http://schemas.openxmlformats.org/officeDocument/2006/relationships/image" Target="../media/image5.emf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tags" Target="../tags/tag460.xml"/><Relationship Id="rId7" Type="http://schemas.openxmlformats.org/officeDocument/2006/relationships/slideMaster" Target="../slideMasters/slideMaster5.xml"/><Relationship Id="rId12" Type="http://schemas.microsoft.com/office/2007/relationships/hdphoto" Target="../media/hdphoto7.wdp"/><Relationship Id="rId2" Type="http://schemas.openxmlformats.org/officeDocument/2006/relationships/tags" Target="../tags/tag459.xml"/><Relationship Id="rId1" Type="http://schemas.openxmlformats.org/officeDocument/2006/relationships/tags" Target="../tags/tag458.xml"/><Relationship Id="rId6" Type="http://schemas.openxmlformats.org/officeDocument/2006/relationships/tags" Target="../tags/tag463.xml"/><Relationship Id="rId11" Type="http://schemas.openxmlformats.org/officeDocument/2006/relationships/image" Target="../media/image17.png"/><Relationship Id="rId5" Type="http://schemas.openxmlformats.org/officeDocument/2006/relationships/tags" Target="../tags/tag462.xml"/><Relationship Id="rId10" Type="http://schemas.openxmlformats.org/officeDocument/2006/relationships/image" Target="../media/image16.jpeg"/><Relationship Id="rId4" Type="http://schemas.openxmlformats.org/officeDocument/2006/relationships/tags" Target="../tags/tag461.xml"/><Relationship Id="rId9" Type="http://schemas.openxmlformats.org/officeDocument/2006/relationships/image" Target="../media/image5.emf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466.xml"/><Relationship Id="rId7" Type="http://schemas.openxmlformats.org/officeDocument/2006/relationships/tags" Target="../tags/tag470.xml"/><Relationship Id="rId2" Type="http://schemas.openxmlformats.org/officeDocument/2006/relationships/tags" Target="../tags/tag465.xml"/><Relationship Id="rId1" Type="http://schemas.openxmlformats.org/officeDocument/2006/relationships/tags" Target="../tags/tag464.xml"/><Relationship Id="rId6" Type="http://schemas.openxmlformats.org/officeDocument/2006/relationships/tags" Target="../tags/tag469.xml"/><Relationship Id="rId5" Type="http://schemas.openxmlformats.org/officeDocument/2006/relationships/tags" Target="../tags/tag468.xml"/><Relationship Id="rId10" Type="http://schemas.openxmlformats.org/officeDocument/2006/relationships/image" Target="../media/image5.emf"/><Relationship Id="rId4" Type="http://schemas.openxmlformats.org/officeDocument/2006/relationships/tags" Target="../tags/tag467.xml"/><Relationship Id="rId9" Type="http://schemas.openxmlformats.org/officeDocument/2006/relationships/oleObject" Target="../embeddings/oleObject60.bin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478.xml"/><Relationship Id="rId13" Type="http://schemas.openxmlformats.org/officeDocument/2006/relationships/image" Target="../media/image4.svg"/><Relationship Id="rId3" Type="http://schemas.openxmlformats.org/officeDocument/2006/relationships/tags" Target="../tags/tag473.xml"/><Relationship Id="rId7" Type="http://schemas.openxmlformats.org/officeDocument/2006/relationships/tags" Target="../tags/tag477.xml"/><Relationship Id="rId12" Type="http://schemas.openxmlformats.org/officeDocument/2006/relationships/image" Target="../media/image3.png"/><Relationship Id="rId2" Type="http://schemas.openxmlformats.org/officeDocument/2006/relationships/tags" Target="../tags/tag472.xml"/><Relationship Id="rId1" Type="http://schemas.openxmlformats.org/officeDocument/2006/relationships/tags" Target="../tags/tag471.xml"/><Relationship Id="rId6" Type="http://schemas.openxmlformats.org/officeDocument/2006/relationships/tags" Target="../tags/tag476.xml"/><Relationship Id="rId11" Type="http://schemas.openxmlformats.org/officeDocument/2006/relationships/image" Target="../media/image1.emf"/><Relationship Id="rId5" Type="http://schemas.openxmlformats.org/officeDocument/2006/relationships/tags" Target="../tags/tag475.xml"/><Relationship Id="rId10" Type="http://schemas.openxmlformats.org/officeDocument/2006/relationships/oleObject" Target="../embeddings/oleObject38.bin"/><Relationship Id="rId4" Type="http://schemas.openxmlformats.org/officeDocument/2006/relationships/tags" Target="../tags/tag474.xml"/><Relationship Id="rId9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486.xml"/><Relationship Id="rId13" Type="http://schemas.openxmlformats.org/officeDocument/2006/relationships/image" Target="../media/image4.svg"/><Relationship Id="rId3" Type="http://schemas.openxmlformats.org/officeDocument/2006/relationships/tags" Target="../tags/tag481.xml"/><Relationship Id="rId7" Type="http://schemas.openxmlformats.org/officeDocument/2006/relationships/tags" Target="../tags/tag485.xml"/><Relationship Id="rId12" Type="http://schemas.openxmlformats.org/officeDocument/2006/relationships/image" Target="../media/image3.png"/><Relationship Id="rId2" Type="http://schemas.openxmlformats.org/officeDocument/2006/relationships/tags" Target="../tags/tag480.xml"/><Relationship Id="rId1" Type="http://schemas.openxmlformats.org/officeDocument/2006/relationships/tags" Target="../tags/tag479.xml"/><Relationship Id="rId6" Type="http://schemas.openxmlformats.org/officeDocument/2006/relationships/tags" Target="../tags/tag484.xml"/><Relationship Id="rId11" Type="http://schemas.openxmlformats.org/officeDocument/2006/relationships/image" Target="../media/image1.emf"/><Relationship Id="rId5" Type="http://schemas.openxmlformats.org/officeDocument/2006/relationships/tags" Target="../tags/tag483.xml"/><Relationship Id="rId10" Type="http://schemas.openxmlformats.org/officeDocument/2006/relationships/oleObject" Target="../embeddings/oleObject61.bin"/><Relationship Id="rId4" Type="http://schemas.openxmlformats.org/officeDocument/2006/relationships/tags" Target="../tags/tag482.xml"/><Relationship Id="rId9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494.xml"/><Relationship Id="rId13" Type="http://schemas.openxmlformats.org/officeDocument/2006/relationships/image" Target="../media/image4.svg"/><Relationship Id="rId3" Type="http://schemas.openxmlformats.org/officeDocument/2006/relationships/tags" Target="../tags/tag489.xml"/><Relationship Id="rId7" Type="http://schemas.openxmlformats.org/officeDocument/2006/relationships/tags" Target="../tags/tag493.xml"/><Relationship Id="rId12" Type="http://schemas.openxmlformats.org/officeDocument/2006/relationships/image" Target="../media/image3.png"/><Relationship Id="rId2" Type="http://schemas.openxmlformats.org/officeDocument/2006/relationships/tags" Target="../tags/tag488.xml"/><Relationship Id="rId1" Type="http://schemas.openxmlformats.org/officeDocument/2006/relationships/tags" Target="../tags/tag487.xml"/><Relationship Id="rId6" Type="http://schemas.openxmlformats.org/officeDocument/2006/relationships/tags" Target="../tags/tag492.xml"/><Relationship Id="rId11" Type="http://schemas.openxmlformats.org/officeDocument/2006/relationships/image" Target="../media/image1.emf"/><Relationship Id="rId5" Type="http://schemas.openxmlformats.org/officeDocument/2006/relationships/tags" Target="../tags/tag491.xml"/><Relationship Id="rId10" Type="http://schemas.openxmlformats.org/officeDocument/2006/relationships/oleObject" Target="../embeddings/oleObject62.bin"/><Relationship Id="rId4" Type="http://schemas.openxmlformats.org/officeDocument/2006/relationships/tags" Target="../tags/tag490.xml"/><Relationship Id="rId9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502.xml"/><Relationship Id="rId13" Type="http://schemas.openxmlformats.org/officeDocument/2006/relationships/image" Target="../media/image4.svg"/><Relationship Id="rId3" Type="http://schemas.openxmlformats.org/officeDocument/2006/relationships/tags" Target="../tags/tag497.xml"/><Relationship Id="rId7" Type="http://schemas.openxmlformats.org/officeDocument/2006/relationships/tags" Target="../tags/tag501.xml"/><Relationship Id="rId12" Type="http://schemas.openxmlformats.org/officeDocument/2006/relationships/image" Target="../media/image3.png"/><Relationship Id="rId2" Type="http://schemas.openxmlformats.org/officeDocument/2006/relationships/tags" Target="../tags/tag496.xml"/><Relationship Id="rId1" Type="http://schemas.openxmlformats.org/officeDocument/2006/relationships/tags" Target="../tags/tag495.xml"/><Relationship Id="rId6" Type="http://schemas.openxmlformats.org/officeDocument/2006/relationships/tags" Target="../tags/tag500.xml"/><Relationship Id="rId11" Type="http://schemas.openxmlformats.org/officeDocument/2006/relationships/image" Target="../media/image10.emf"/><Relationship Id="rId5" Type="http://schemas.openxmlformats.org/officeDocument/2006/relationships/tags" Target="../tags/tag499.xml"/><Relationship Id="rId10" Type="http://schemas.openxmlformats.org/officeDocument/2006/relationships/oleObject" Target="../embeddings/oleObject63.bin"/><Relationship Id="rId4" Type="http://schemas.openxmlformats.org/officeDocument/2006/relationships/tags" Target="../tags/tag498.xml"/><Relationship Id="rId9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510.xml"/><Relationship Id="rId13" Type="http://schemas.openxmlformats.org/officeDocument/2006/relationships/image" Target="../media/image4.svg"/><Relationship Id="rId3" Type="http://schemas.openxmlformats.org/officeDocument/2006/relationships/tags" Target="../tags/tag505.xml"/><Relationship Id="rId7" Type="http://schemas.openxmlformats.org/officeDocument/2006/relationships/tags" Target="../tags/tag509.xml"/><Relationship Id="rId12" Type="http://schemas.openxmlformats.org/officeDocument/2006/relationships/image" Target="../media/image3.png"/><Relationship Id="rId2" Type="http://schemas.openxmlformats.org/officeDocument/2006/relationships/tags" Target="../tags/tag504.xml"/><Relationship Id="rId1" Type="http://schemas.openxmlformats.org/officeDocument/2006/relationships/tags" Target="../tags/tag503.xml"/><Relationship Id="rId6" Type="http://schemas.openxmlformats.org/officeDocument/2006/relationships/tags" Target="../tags/tag508.xml"/><Relationship Id="rId11" Type="http://schemas.openxmlformats.org/officeDocument/2006/relationships/image" Target="../media/image1.emf"/><Relationship Id="rId5" Type="http://schemas.openxmlformats.org/officeDocument/2006/relationships/tags" Target="../tags/tag507.xml"/><Relationship Id="rId10" Type="http://schemas.openxmlformats.org/officeDocument/2006/relationships/oleObject" Target="../embeddings/oleObject64.bin"/><Relationship Id="rId4" Type="http://schemas.openxmlformats.org/officeDocument/2006/relationships/tags" Target="../tags/tag506.xml"/><Relationship Id="rId9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tags" Target="../tags/tag513.xml"/><Relationship Id="rId7" Type="http://schemas.openxmlformats.org/officeDocument/2006/relationships/slideMaster" Target="../slideMasters/slideMaster5.xml"/><Relationship Id="rId12" Type="http://schemas.openxmlformats.org/officeDocument/2006/relationships/image" Target="../media/image4.svg"/><Relationship Id="rId2" Type="http://schemas.openxmlformats.org/officeDocument/2006/relationships/tags" Target="../tags/tag512.xml"/><Relationship Id="rId1" Type="http://schemas.openxmlformats.org/officeDocument/2006/relationships/tags" Target="../tags/tag511.xml"/><Relationship Id="rId6" Type="http://schemas.openxmlformats.org/officeDocument/2006/relationships/tags" Target="../tags/tag516.xml"/><Relationship Id="rId11" Type="http://schemas.openxmlformats.org/officeDocument/2006/relationships/image" Target="../media/image3.png"/><Relationship Id="rId5" Type="http://schemas.openxmlformats.org/officeDocument/2006/relationships/tags" Target="../tags/tag515.xml"/><Relationship Id="rId10" Type="http://schemas.openxmlformats.org/officeDocument/2006/relationships/image" Target="../media/image15.png"/><Relationship Id="rId4" Type="http://schemas.openxmlformats.org/officeDocument/2006/relationships/tags" Target="../tags/tag514.xml"/><Relationship Id="rId9" Type="http://schemas.openxmlformats.org/officeDocument/2006/relationships/image" Target="../media/image5.emf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519.xml"/><Relationship Id="rId7" Type="http://schemas.openxmlformats.org/officeDocument/2006/relationships/image" Target="../media/image5.emf"/><Relationship Id="rId2" Type="http://schemas.openxmlformats.org/officeDocument/2006/relationships/tags" Target="../tags/tag518.xml"/><Relationship Id="rId1" Type="http://schemas.openxmlformats.org/officeDocument/2006/relationships/tags" Target="../tags/tag517.xml"/><Relationship Id="rId6" Type="http://schemas.openxmlformats.org/officeDocument/2006/relationships/oleObject" Target="../embeddings/oleObject66.bin"/><Relationship Id="rId5" Type="http://schemas.openxmlformats.org/officeDocument/2006/relationships/slideMaster" Target="../slideMasters/slideMaster5.xml"/><Relationship Id="rId10" Type="http://schemas.openxmlformats.org/officeDocument/2006/relationships/image" Target="../media/image4.svg"/><Relationship Id="rId4" Type="http://schemas.openxmlformats.org/officeDocument/2006/relationships/tags" Target="../tags/tag520.xml"/><Relationship Id="rId9" Type="http://schemas.openxmlformats.org/officeDocument/2006/relationships/image" Target="../media/image3.png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tags" Target="../tags/tag523.xml"/><Relationship Id="rId7" Type="http://schemas.openxmlformats.org/officeDocument/2006/relationships/slideMaster" Target="../slideMasters/slideMaster5.xml"/><Relationship Id="rId12" Type="http://schemas.microsoft.com/office/2007/relationships/hdphoto" Target="../media/hdphoto7.wdp"/><Relationship Id="rId2" Type="http://schemas.openxmlformats.org/officeDocument/2006/relationships/tags" Target="../tags/tag522.xml"/><Relationship Id="rId1" Type="http://schemas.openxmlformats.org/officeDocument/2006/relationships/tags" Target="../tags/tag521.xml"/><Relationship Id="rId6" Type="http://schemas.openxmlformats.org/officeDocument/2006/relationships/tags" Target="../tags/tag526.xml"/><Relationship Id="rId11" Type="http://schemas.openxmlformats.org/officeDocument/2006/relationships/image" Target="../media/image17.png"/><Relationship Id="rId5" Type="http://schemas.openxmlformats.org/officeDocument/2006/relationships/tags" Target="../tags/tag525.xml"/><Relationship Id="rId10" Type="http://schemas.openxmlformats.org/officeDocument/2006/relationships/image" Target="../media/image11.jpg"/><Relationship Id="rId4" Type="http://schemas.openxmlformats.org/officeDocument/2006/relationships/tags" Target="../tags/tag524.xml"/><Relationship Id="rId9" Type="http://schemas.openxmlformats.org/officeDocument/2006/relationships/image" Target="../media/image5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2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5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28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536.xml"/><Relationship Id="rId13" Type="http://schemas.openxmlformats.org/officeDocument/2006/relationships/image" Target="../media/image4.svg"/><Relationship Id="rId3" Type="http://schemas.openxmlformats.org/officeDocument/2006/relationships/tags" Target="../tags/tag531.xml"/><Relationship Id="rId7" Type="http://schemas.openxmlformats.org/officeDocument/2006/relationships/tags" Target="../tags/tag535.xml"/><Relationship Id="rId12" Type="http://schemas.openxmlformats.org/officeDocument/2006/relationships/image" Target="../media/image3.png"/><Relationship Id="rId2" Type="http://schemas.openxmlformats.org/officeDocument/2006/relationships/tags" Target="../tags/tag530.xml"/><Relationship Id="rId1" Type="http://schemas.openxmlformats.org/officeDocument/2006/relationships/tags" Target="../tags/tag529.xml"/><Relationship Id="rId6" Type="http://schemas.openxmlformats.org/officeDocument/2006/relationships/tags" Target="../tags/tag534.xml"/><Relationship Id="rId11" Type="http://schemas.openxmlformats.org/officeDocument/2006/relationships/image" Target="../media/image5.emf"/><Relationship Id="rId5" Type="http://schemas.openxmlformats.org/officeDocument/2006/relationships/tags" Target="../tags/tag533.xml"/><Relationship Id="rId10" Type="http://schemas.openxmlformats.org/officeDocument/2006/relationships/oleObject" Target="../embeddings/oleObject27.bin"/><Relationship Id="rId4" Type="http://schemas.openxmlformats.org/officeDocument/2006/relationships/tags" Target="../tags/tag532.xml"/><Relationship Id="rId9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544.xml"/><Relationship Id="rId13" Type="http://schemas.openxmlformats.org/officeDocument/2006/relationships/image" Target="../media/image4.svg"/><Relationship Id="rId3" Type="http://schemas.openxmlformats.org/officeDocument/2006/relationships/tags" Target="../tags/tag539.xml"/><Relationship Id="rId7" Type="http://schemas.openxmlformats.org/officeDocument/2006/relationships/tags" Target="../tags/tag543.xml"/><Relationship Id="rId12" Type="http://schemas.openxmlformats.org/officeDocument/2006/relationships/image" Target="../media/image3.png"/><Relationship Id="rId2" Type="http://schemas.openxmlformats.org/officeDocument/2006/relationships/tags" Target="../tags/tag538.xml"/><Relationship Id="rId1" Type="http://schemas.openxmlformats.org/officeDocument/2006/relationships/tags" Target="../tags/tag537.xml"/><Relationship Id="rId6" Type="http://schemas.openxmlformats.org/officeDocument/2006/relationships/tags" Target="../tags/tag542.xml"/><Relationship Id="rId11" Type="http://schemas.openxmlformats.org/officeDocument/2006/relationships/image" Target="../media/image1.emf"/><Relationship Id="rId5" Type="http://schemas.openxmlformats.org/officeDocument/2006/relationships/tags" Target="../tags/tag541.xml"/><Relationship Id="rId10" Type="http://schemas.openxmlformats.org/officeDocument/2006/relationships/oleObject" Target="../embeddings/oleObject18.bin"/><Relationship Id="rId4" Type="http://schemas.openxmlformats.org/officeDocument/2006/relationships/tags" Target="../tags/tag540.xml"/><Relationship Id="rId9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6149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CD6D13-4768-44E0-BD72-70879129CB9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 bwMode="ltGray">
          <a:xfrm>
            <a:off x="1" y="-27293"/>
            <a:ext cx="12192000" cy="688529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DB4148C-E144-402C-821E-BC0D1F309B62}"/>
              </a:ext>
            </a:extLst>
          </p:cNvPr>
          <p:cNvSpPr/>
          <p:nvPr userDrawn="1"/>
        </p:nvSpPr>
        <p:spPr bwMode="ltGray">
          <a:xfrm rot="10800000" flipH="1">
            <a:off x="0" y="-27292"/>
            <a:ext cx="10082463" cy="6885292"/>
          </a:xfrm>
          <a:prstGeom prst="rect">
            <a:avLst/>
          </a:prstGeom>
          <a:gradFill flip="none" rotWithShape="1">
            <a:gsLst>
              <a:gs pos="57000">
                <a:srgbClr val="051C2C">
                  <a:alpha val="69000"/>
                </a:srgbClr>
              </a:gs>
              <a:gs pos="0">
                <a:srgbClr val="051C2C"/>
              </a:gs>
              <a:gs pos="100000">
                <a:srgbClr val="051C2C">
                  <a:alpha val="0"/>
                </a:srgbClr>
              </a:gs>
            </a:gsLst>
            <a:lin ang="0" scaled="1"/>
            <a:tileRect/>
          </a:gra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1" y="5934707"/>
            <a:ext cx="5665978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2" y="5059220"/>
            <a:ext cx="566597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51942" y="3445069"/>
            <a:ext cx="5665978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BA0A364-AB46-458F-8610-3EBAB5A6015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ltGray">
          <a:xfrm>
            <a:off x="551942" y="443314"/>
            <a:ext cx="2175309" cy="11672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B17D77-5EC2-4F13-B814-371248403572}"/>
              </a:ext>
            </a:extLst>
          </p:cNvPr>
          <p:cNvSpPr/>
          <p:nvPr userDrawn="1"/>
        </p:nvSpPr>
        <p:spPr>
          <a:xfrm>
            <a:off x="8530980" y="133869"/>
            <a:ext cx="3661020" cy="563211"/>
          </a:xfrm>
          <a:prstGeom prst="rect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FE760D-B1F7-46EE-99E5-70D1A1B5B77F}"/>
              </a:ext>
            </a:extLst>
          </p:cNvPr>
          <p:cNvSpPr txBox="1"/>
          <p:nvPr userDrawn="1"/>
        </p:nvSpPr>
        <p:spPr>
          <a:xfrm>
            <a:off x="8646486" y="236859"/>
            <a:ext cx="3478140" cy="27699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LOYALTY</a:t>
            </a: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9914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83878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43869"/>
            <a:ext cx="110825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61404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spAutoFit/>
          </a:bodyPr>
          <a:lstStyle>
            <a:lvl1pPr>
              <a:lnSpc>
                <a:spcPct val="100000"/>
              </a:lnSpc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D9970F82-C6A9-46B2-AAEF-3E4CE2998411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83802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236640"/>
            <a:ext cx="5065776" cy="384721"/>
          </a:xfrm>
          <a:prstGeom prst="rect">
            <a:avLst/>
          </a:prstGeom>
        </p:spPr>
        <p:txBody>
          <a:bodyPr vert="horz" rIns="365760" anchor="ctr">
            <a:spAutoFit/>
          </a:bodyPr>
          <a:lstStyle>
            <a:lvl1pPr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0869EB27-5870-4E9F-8B30-DB0D30CD133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6073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3CB5CC-729D-42F9-9A25-C87DCED11849}"/>
              </a:ext>
            </a:extLst>
          </p:cNvPr>
          <p:cNvSpPr>
            <a:spLocks/>
          </p:cNvSpPr>
          <p:nvPr userDrawn="1"/>
        </p:nvSpPr>
        <p:spPr bwMode="ltGray">
          <a:xfrm>
            <a:off x="0" y="-11165"/>
            <a:ext cx="12192000" cy="6869165"/>
          </a:xfrm>
          <a:prstGeom prst="rect">
            <a:avLst/>
          </a:prstGeom>
          <a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ABE3587-F9D6-47E2-97D5-AB7DF4D889A9}"/>
              </a:ext>
            </a:extLst>
          </p:cNvPr>
          <p:cNvSpPr/>
          <p:nvPr userDrawn="1"/>
        </p:nvSpPr>
        <p:spPr bwMode="ltGray">
          <a:xfrm rot="5400000">
            <a:off x="-2513780" y="3176396"/>
            <a:ext cx="6866467" cy="496742"/>
          </a:xfrm>
          <a:custGeom>
            <a:avLst/>
            <a:gdLst>
              <a:gd name="connsiteX0" fmla="*/ 0 w 6866467"/>
              <a:gd name="connsiteY0" fmla="*/ 486932 h 496742"/>
              <a:gd name="connsiteX1" fmla="*/ 0 w 6866467"/>
              <a:gd name="connsiteY1" fmla="*/ 440728 h 496742"/>
              <a:gd name="connsiteX2" fmla="*/ 3429675 w 6866467"/>
              <a:gd name="connsiteY2" fmla="*/ 0 h 496742"/>
              <a:gd name="connsiteX3" fmla="*/ 6866467 w 6866467"/>
              <a:gd name="connsiteY3" fmla="*/ 450941 h 496742"/>
              <a:gd name="connsiteX4" fmla="*/ 6866467 w 6866467"/>
              <a:gd name="connsiteY4" fmla="*/ 496742 h 496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6467" h="496742">
                <a:moveTo>
                  <a:pt x="0" y="486932"/>
                </a:moveTo>
                <a:lnTo>
                  <a:pt x="0" y="440728"/>
                </a:lnTo>
                <a:lnTo>
                  <a:pt x="3429675" y="0"/>
                </a:lnTo>
                <a:lnTo>
                  <a:pt x="6866467" y="450941"/>
                </a:lnTo>
                <a:lnTo>
                  <a:pt x="6866467" y="49674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C19FC4-9EB8-45FA-A470-45257A5DF773}"/>
              </a:ext>
            </a:extLst>
          </p:cNvPr>
          <p:cNvSpPr/>
          <p:nvPr userDrawn="1"/>
        </p:nvSpPr>
        <p:spPr bwMode="ltGray">
          <a:xfrm rot="5400000">
            <a:off x="-3082307" y="3071142"/>
            <a:ext cx="6869165" cy="70455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ltGray">
          <a:xfrm>
            <a:off x="1953928" y="3090446"/>
            <a:ext cx="9683335" cy="677108"/>
          </a:xfrm>
        </p:spPr>
        <p:txBody>
          <a:bodyPr vert="horz" anchor="ctr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 bwMode="ltGray">
          <a:xfrm>
            <a:off x="10831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B5C83F22-E5C9-4E8C-9385-C1C07BD9BC1F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ltGray">
          <a:xfrm>
            <a:off x="10831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F0D304-827E-4A22-A825-43171D063E3D}"/>
              </a:ext>
            </a:extLst>
          </p:cNvPr>
          <p:cNvGrpSpPr/>
          <p:nvPr userDrawn="1"/>
        </p:nvGrpSpPr>
        <p:grpSpPr bwMode="ltGray">
          <a:xfrm>
            <a:off x="703665" y="2979335"/>
            <a:ext cx="920891" cy="899331"/>
            <a:chOff x="-2884309" y="-6789249"/>
            <a:chExt cx="5120077" cy="500020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AC87A78-9CA1-492B-A7BF-C35FDA405084}"/>
                </a:ext>
              </a:extLst>
            </p:cNvPr>
            <p:cNvSpPr/>
            <p:nvPr userDrawn="1"/>
          </p:nvSpPr>
          <p:spPr bwMode="ltGray">
            <a:xfrm>
              <a:off x="-2717252" y="-6651939"/>
              <a:ext cx="4833167" cy="4798850"/>
            </a:xfrm>
            <a:custGeom>
              <a:avLst/>
              <a:gdLst>
                <a:gd name="connsiteX0" fmla="*/ 2393568 w 4833167"/>
                <a:gd name="connsiteY0" fmla="*/ 59 h 4798850"/>
                <a:gd name="connsiteX1" fmla="*/ 2411980 w 4833167"/>
                <a:gd name="connsiteY1" fmla="*/ 59 h 4798850"/>
                <a:gd name="connsiteX2" fmla="*/ 4833108 w 4833167"/>
                <a:gd name="connsiteY2" fmla="*/ 2381110 h 4798850"/>
                <a:gd name="connsiteX3" fmla="*/ 2439597 w 4833167"/>
                <a:gd name="connsiteY3" fmla="*/ 4798792 h 4798850"/>
                <a:gd name="connsiteX4" fmla="*/ 59 w 4833167"/>
                <a:gd name="connsiteY4" fmla="*/ 2417741 h 4798850"/>
                <a:gd name="connsiteX5" fmla="*/ 2393568 w 4833167"/>
                <a:gd name="connsiteY5" fmla="*/ 59 h 479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33167" h="4798850">
                  <a:moveTo>
                    <a:pt x="2393568" y="59"/>
                  </a:moveTo>
                  <a:cubicBezTo>
                    <a:pt x="2402774" y="59"/>
                    <a:pt x="2402774" y="59"/>
                    <a:pt x="2411980" y="59"/>
                  </a:cubicBezTo>
                  <a:cubicBezTo>
                    <a:pt x="3746823" y="-9099"/>
                    <a:pt x="4823901" y="1053216"/>
                    <a:pt x="4833108" y="2381110"/>
                  </a:cubicBezTo>
                  <a:cubicBezTo>
                    <a:pt x="4842313" y="3709003"/>
                    <a:pt x="3774439" y="4789634"/>
                    <a:pt x="2439597" y="4798792"/>
                  </a:cubicBezTo>
                  <a:cubicBezTo>
                    <a:pt x="1104755" y="4807950"/>
                    <a:pt x="18469" y="3736477"/>
                    <a:pt x="59" y="2417741"/>
                  </a:cubicBezTo>
                  <a:cubicBezTo>
                    <a:pt x="-9148" y="1089847"/>
                    <a:pt x="1067931" y="9217"/>
                    <a:pt x="2393568" y="59"/>
                  </a:cubicBezTo>
                  <a:close/>
                </a:path>
              </a:pathLst>
            </a:custGeom>
            <a:solidFill>
              <a:srgbClr val="043074"/>
            </a:solidFill>
            <a:ln w="92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C6185CD-9B4A-4F1F-B466-12844866489D}"/>
                </a:ext>
              </a:extLst>
            </p:cNvPr>
            <p:cNvSpPr/>
            <p:nvPr/>
          </p:nvSpPr>
          <p:spPr bwMode="ltGray">
            <a:xfrm>
              <a:off x="-2884309" y="-6789249"/>
              <a:ext cx="5120077" cy="5000206"/>
            </a:xfrm>
            <a:custGeom>
              <a:avLst/>
              <a:gdLst>
                <a:gd name="connsiteX0" fmla="*/ 2367303 w 5120077"/>
                <a:gd name="connsiteY0" fmla="*/ 4148523 h 5000206"/>
                <a:gd name="connsiteX1" fmla="*/ 912785 w 5120077"/>
                <a:gd name="connsiteY1" fmla="*/ 2298630 h 5000206"/>
                <a:gd name="connsiteX2" fmla="*/ 2367303 w 5120077"/>
                <a:gd name="connsiteY2" fmla="*/ 851684 h 5000206"/>
                <a:gd name="connsiteX3" fmla="*/ 2367303 w 5120077"/>
                <a:gd name="connsiteY3" fmla="*/ 1163052 h 5000206"/>
                <a:gd name="connsiteX4" fmla="*/ 1225783 w 5120077"/>
                <a:gd name="connsiteY4" fmla="*/ 2710735 h 5000206"/>
                <a:gd name="connsiteX5" fmla="*/ 2367303 w 5120077"/>
                <a:gd name="connsiteY5" fmla="*/ 3846313 h 5000206"/>
                <a:gd name="connsiteX6" fmla="*/ 2367303 w 5120077"/>
                <a:gd name="connsiteY6" fmla="*/ 4148523 h 5000206"/>
                <a:gd name="connsiteX7" fmla="*/ 2588243 w 5120077"/>
                <a:gd name="connsiteY7" fmla="*/ 302210 h 5000206"/>
                <a:gd name="connsiteX8" fmla="*/ 2486979 w 5120077"/>
                <a:gd name="connsiteY8" fmla="*/ 302210 h 5000206"/>
                <a:gd name="connsiteX9" fmla="*/ 397260 w 5120077"/>
                <a:gd name="connsiteY9" fmla="*/ 2609998 h 5000206"/>
                <a:gd name="connsiteX10" fmla="*/ 2450156 w 5120077"/>
                <a:gd name="connsiteY10" fmla="*/ 4688839 h 5000206"/>
                <a:gd name="connsiteX11" fmla="*/ 2588243 w 5120077"/>
                <a:gd name="connsiteY11" fmla="*/ 4688839 h 5000206"/>
                <a:gd name="connsiteX12" fmla="*/ 2790770 w 5120077"/>
                <a:gd name="connsiteY12" fmla="*/ 4679681 h 5000206"/>
                <a:gd name="connsiteX13" fmla="*/ 2827594 w 5120077"/>
                <a:gd name="connsiteY13" fmla="*/ 4679681 h 5000206"/>
                <a:gd name="connsiteX14" fmla="*/ 2827594 w 5120077"/>
                <a:gd name="connsiteY14" fmla="*/ 3837155 h 5000206"/>
                <a:gd name="connsiteX15" fmla="*/ 2910446 w 5120077"/>
                <a:gd name="connsiteY15" fmla="*/ 3818839 h 5000206"/>
                <a:gd name="connsiteX16" fmla="*/ 2984093 w 5120077"/>
                <a:gd name="connsiteY16" fmla="*/ 3800523 h 5000206"/>
                <a:gd name="connsiteX17" fmla="*/ 3923085 w 5120077"/>
                <a:gd name="connsiteY17" fmla="*/ 2124630 h 5000206"/>
                <a:gd name="connsiteX18" fmla="*/ 2827594 w 5120077"/>
                <a:gd name="connsiteY18" fmla="*/ 1153894 h 5000206"/>
                <a:gd name="connsiteX19" fmla="*/ 2827594 w 5120077"/>
                <a:gd name="connsiteY19" fmla="*/ 851684 h 5000206"/>
                <a:gd name="connsiteX20" fmla="*/ 4272906 w 5120077"/>
                <a:gd name="connsiteY20" fmla="*/ 2719893 h 5000206"/>
                <a:gd name="connsiteX21" fmla="*/ 3177414 w 5120077"/>
                <a:gd name="connsiteY21" fmla="*/ 4075260 h 5000206"/>
                <a:gd name="connsiteX22" fmla="*/ 3149797 w 5120077"/>
                <a:gd name="connsiteY22" fmla="*/ 4084418 h 5000206"/>
                <a:gd name="connsiteX23" fmla="*/ 3149797 w 5120077"/>
                <a:gd name="connsiteY23" fmla="*/ 4633891 h 5000206"/>
                <a:gd name="connsiteX24" fmla="*/ 3168209 w 5120077"/>
                <a:gd name="connsiteY24" fmla="*/ 4633891 h 5000206"/>
                <a:gd name="connsiteX25" fmla="*/ 3186620 w 5120077"/>
                <a:gd name="connsiteY25" fmla="*/ 4624733 h 5000206"/>
                <a:gd name="connsiteX26" fmla="*/ 4723990 w 5120077"/>
                <a:gd name="connsiteY26" fmla="*/ 1913998 h 5000206"/>
                <a:gd name="connsiteX27" fmla="*/ 2671095 w 5120077"/>
                <a:gd name="connsiteY27" fmla="*/ 302210 h 5000206"/>
                <a:gd name="connsiteX28" fmla="*/ 2588243 w 5120077"/>
                <a:gd name="connsiteY28" fmla="*/ 302210 h 5000206"/>
                <a:gd name="connsiteX29" fmla="*/ 2588243 w 5120077"/>
                <a:gd name="connsiteY29" fmla="*/ 5000207 h 5000206"/>
                <a:gd name="connsiteX30" fmla="*/ 2422538 w 5120077"/>
                <a:gd name="connsiteY30" fmla="*/ 4991049 h 5000206"/>
                <a:gd name="connsiteX31" fmla="*/ 1410 w 5120077"/>
                <a:gd name="connsiteY31" fmla="*/ 2408524 h 5000206"/>
                <a:gd name="connsiteX32" fmla="*/ 2477773 w 5120077"/>
                <a:gd name="connsiteY32" fmla="*/ 0 h 5000206"/>
                <a:gd name="connsiteX33" fmla="*/ 2588243 w 5120077"/>
                <a:gd name="connsiteY33" fmla="*/ 0 h 5000206"/>
                <a:gd name="connsiteX34" fmla="*/ 2680301 w 5120077"/>
                <a:gd name="connsiteY34" fmla="*/ 0 h 5000206"/>
                <a:gd name="connsiteX35" fmla="*/ 4410993 w 5120077"/>
                <a:gd name="connsiteY35" fmla="*/ 760105 h 5000206"/>
                <a:gd name="connsiteX36" fmla="*/ 5119840 w 5120077"/>
                <a:gd name="connsiteY36" fmla="*/ 2500103 h 5000206"/>
                <a:gd name="connsiteX37" fmla="*/ 2892034 w 5120077"/>
                <a:gd name="connsiteY37" fmla="*/ 4981891 h 5000206"/>
                <a:gd name="connsiteX38" fmla="*/ 2588243 w 5120077"/>
                <a:gd name="connsiteY38" fmla="*/ 5000207 h 5000206"/>
                <a:gd name="connsiteX39" fmla="*/ 2588243 w 5120077"/>
                <a:gd name="connsiteY39" fmla="*/ 5000207 h 500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120077" h="5000206">
                  <a:moveTo>
                    <a:pt x="2367303" y="4148523"/>
                  </a:moveTo>
                  <a:cubicBezTo>
                    <a:pt x="1446722" y="4038628"/>
                    <a:pt x="802316" y="3205261"/>
                    <a:pt x="912785" y="2298630"/>
                  </a:cubicBezTo>
                  <a:cubicBezTo>
                    <a:pt x="1004844" y="1538525"/>
                    <a:pt x="1603221" y="943262"/>
                    <a:pt x="2367303" y="851684"/>
                  </a:cubicBezTo>
                  <a:lnTo>
                    <a:pt x="2367303" y="1163052"/>
                  </a:lnTo>
                  <a:cubicBezTo>
                    <a:pt x="1621633" y="1282104"/>
                    <a:pt x="1106107" y="1968946"/>
                    <a:pt x="1225783" y="2710735"/>
                  </a:cubicBezTo>
                  <a:cubicBezTo>
                    <a:pt x="1317841" y="3296840"/>
                    <a:pt x="1778131" y="3754734"/>
                    <a:pt x="2367303" y="3846313"/>
                  </a:cubicBezTo>
                  <a:lnTo>
                    <a:pt x="2367303" y="4148523"/>
                  </a:lnTo>
                  <a:close/>
                  <a:moveTo>
                    <a:pt x="2588243" y="302210"/>
                  </a:moveTo>
                  <a:cubicBezTo>
                    <a:pt x="2551419" y="302210"/>
                    <a:pt x="2523802" y="302210"/>
                    <a:pt x="2486979" y="302210"/>
                  </a:cubicBezTo>
                  <a:cubicBezTo>
                    <a:pt x="1271812" y="366316"/>
                    <a:pt x="332820" y="1401157"/>
                    <a:pt x="397260" y="2609998"/>
                  </a:cubicBezTo>
                  <a:cubicBezTo>
                    <a:pt x="452495" y="3718102"/>
                    <a:pt x="1336253" y="4615576"/>
                    <a:pt x="2450156" y="4688839"/>
                  </a:cubicBezTo>
                  <a:lnTo>
                    <a:pt x="2588243" y="4688839"/>
                  </a:lnTo>
                  <a:cubicBezTo>
                    <a:pt x="2652683" y="4688839"/>
                    <a:pt x="2726330" y="4688839"/>
                    <a:pt x="2790770" y="4679681"/>
                  </a:cubicBezTo>
                  <a:lnTo>
                    <a:pt x="2827594" y="4679681"/>
                  </a:lnTo>
                  <a:lnTo>
                    <a:pt x="2827594" y="3837155"/>
                  </a:lnTo>
                  <a:cubicBezTo>
                    <a:pt x="2827594" y="3837155"/>
                    <a:pt x="2873623" y="3827997"/>
                    <a:pt x="2910446" y="3818839"/>
                  </a:cubicBezTo>
                  <a:lnTo>
                    <a:pt x="2984093" y="3800523"/>
                  </a:lnTo>
                  <a:cubicBezTo>
                    <a:pt x="3711351" y="3599050"/>
                    <a:pt x="4125612" y="2838945"/>
                    <a:pt x="3923085" y="2124630"/>
                  </a:cubicBezTo>
                  <a:cubicBezTo>
                    <a:pt x="3775792" y="1620946"/>
                    <a:pt x="3352325" y="1236315"/>
                    <a:pt x="2827594" y="1153894"/>
                  </a:cubicBezTo>
                  <a:lnTo>
                    <a:pt x="2827594" y="851684"/>
                  </a:lnTo>
                  <a:cubicBezTo>
                    <a:pt x="3738968" y="970736"/>
                    <a:pt x="4392581" y="1804104"/>
                    <a:pt x="4272906" y="2719893"/>
                  </a:cubicBezTo>
                  <a:cubicBezTo>
                    <a:pt x="4190053" y="3342629"/>
                    <a:pt x="3766586" y="3864629"/>
                    <a:pt x="3177414" y="4075260"/>
                  </a:cubicBezTo>
                  <a:lnTo>
                    <a:pt x="3149797" y="4084418"/>
                  </a:lnTo>
                  <a:lnTo>
                    <a:pt x="3149797" y="4633891"/>
                  </a:lnTo>
                  <a:lnTo>
                    <a:pt x="3168209" y="4633891"/>
                  </a:lnTo>
                  <a:lnTo>
                    <a:pt x="3186620" y="4624733"/>
                  </a:lnTo>
                  <a:cubicBezTo>
                    <a:pt x="4364964" y="4295050"/>
                    <a:pt x="5046193" y="3086208"/>
                    <a:pt x="4723990" y="1913998"/>
                  </a:cubicBezTo>
                  <a:cubicBezTo>
                    <a:pt x="4457022" y="989052"/>
                    <a:pt x="3628499" y="338842"/>
                    <a:pt x="2671095" y="302210"/>
                  </a:cubicBezTo>
                  <a:lnTo>
                    <a:pt x="2588243" y="302210"/>
                  </a:lnTo>
                  <a:close/>
                  <a:moveTo>
                    <a:pt x="2588243" y="5000207"/>
                  </a:moveTo>
                  <a:cubicBezTo>
                    <a:pt x="2533008" y="5000207"/>
                    <a:pt x="2477773" y="5000207"/>
                    <a:pt x="2422538" y="4991049"/>
                  </a:cubicBezTo>
                  <a:cubicBezTo>
                    <a:pt x="1041667" y="4954417"/>
                    <a:pt x="-44619" y="3791366"/>
                    <a:pt x="1410" y="2408524"/>
                  </a:cubicBezTo>
                  <a:cubicBezTo>
                    <a:pt x="47439" y="1080631"/>
                    <a:pt x="1133725" y="18316"/>
                    <a:pt x="2477773" y="0"/>
                  </a:cubicBezTo>
                  <a:lnTo>
                    <a:pt x="2588243" y="0"/>
                  </a:lnTo>
                  <a:lnTo>
                    <a:pt x="2680301" y="0"/>
                  </a:lnTo>
                  <a:cubicBezTo>
                    <a:pt x="3333913" y="18316"/>
                    <a:pt x="3959908" y="293052"/>
                    <a:pt x="4410993" y="760105"/>
                  </a:cubicBezTo>
                  <a:cubicBezTo>
                    <a:pt x="4871283" y="1227157"/>
                    <a:pt x="5129046" y="1849893"/>
                    <a:pt x="5119840" y="2500103"/>
                  </a:cubicBezTo>
                  <a:cubicBezTo>
                    <a:pt x="5110634" y="3773050"/>
                    <a:pt x="4153230" y="4835365"/>
                    <a:pt x="2892034" y="4981891"/>
                  </a:cubicBezTo>
                  <a:cubicBezTo>
                    <a:pt x="2790770" y="5000207"/>
                    <a:pt x="2689507" y="5000207"/>
                    <a:pt x="2588243" y="5000207"/>
                  </a:cubicBezTo>
                  <a:lnTo>
                    <a:pt x="2588243" y="5000207"/>
                  </a:lnTo>
                  <a:close/>
                </a:path>
              </a:pathLst>
            </a:custGeom>
            <a:solidFill>
              <a:srgbClr val="A9C23F"/>
            </a:solidFill>
            <a:ln w="92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5" name="Slide Number">
            <a:extLst>
              <a:ext uri="{FF2B5EF4-FFF2-40B4-BE49-F238E27FC236}">
                <a16:creationId xmlns:a16="http://schemas.microsoft.com/office/drawing/2014/main" id="{9C028494-951C-4D43-A318-87196FFC9E21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93692F3-71A8-4052-AA8E-022FADA35969}"/>
              </a:ext>
            </a:extLst>
          </p:cNvPr>
          <p:cNvPicPr>
            <a:picLocks/>
          </p:cNvPicPr>
          <p:nvPr userDrawn="1"/>
        </p:nvPicPr>
        <p:blipFill>
          <a:blip r:embed="rId11" cstate="email">
            <a:lum contras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D6233C4-3655-4F75-A20B-EB0D508AE906}"/>
              </a:ext>
            </a:extLst>
          </p:cNvPr>
          <p:cNvPicPr>
            <a:picLocks/>
          </p:cNvPicPr>
          <p:nvPr userDrawn="1"/>
        </p:nvPicPr>
        <p:blipFill rotWithShape="1">
          <a:blip r:embed="rId11" cstate="email">
            <a:lum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r="73036"/>
          <a:stretch/>
        </p:blipFill>
        <p:spPr bwMode="ltGray">
          <a:xfrm>
            <a:off x="10059905" y="6414693"/>
            <a:ext cx="33376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9744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lnSpc>
                <a:spcPct val="105000"/>
              </a:lnSpc>
              <a:defRPr sz="3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1354E095-D4D9-4983-8FF7-61DE4C3AEC2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1557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2514600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B82314B-0545-474F-8140-2300C129422D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1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553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3465576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9C10ADA-9CB1-4AEE-A8C1-FC2A06711204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9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41085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5065776" cy="384721"/>
          </a:xfrm>
        </p:spPr>
        <p:txBody>
          <a:bodyPr vert="horz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50657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5065776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6238455-CA5F-4A3B-B471-F48B504823A8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6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0774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83878"/>
            <a:ext cx="6967728" cy="384721"/>
          </a:xfrm>
        </p:spPr>
        <p:txBody>
          <a:bodyPr vert="horz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6967728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2F507B5-90BB-4870-8594-B74C0C161033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8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3154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7918704" cy="384721"/>
          </a:xfrm>
        </p:spPr>
        <p:txBody>
          <a:bodyPr vert="horz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7918704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4" y="6501669"/>
            <a:ext cx="7918704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6EC3FE6-4B05-4B54-8A56-34682F06D263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68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05185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E24BC5-5847-4F66-9E46-49CDD69131B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custGeom>
            <a:avLst/>
            <a:gdLst>
              <a:gd name="connsiteX0" fmla="*/ 0 w 12192000"/>
              <a:gd name="connsiteY0" fmla="*/ 0 h 355600"/>
              <a:gd name="connsiteX1" fmla="*/ 12192000 w 12192000"/>
              <a:gd name="connsiteY1" fmla="*/ 0 h 355600"/>
              <a:gd name="connsiteX2" fmla="*/ 12192000 w 12192000"/>
              <a:gd name="connsiteY2" fmla="*/ 355600 h 355600"/>
              <a:gd name="connsiteX3" fmla="*/ 0 w 121920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5600">
                <a:moveTo>
                  <a:pt x="0" y="0"/>
                </a:moveTo>
                <a:lnTo>
                  <a:pt x="12192000" y="0"/>
                </a:lnTo>
                <a:lnTo>
                  <a:pt x="12192000" y="355600"/>
                </a:lnTo>
                <a:lnTo>
                  <a:pt x="0" y="355600"/>
                </a:lnTo>
                <a:close/>
              </a:path>
            </a:pathLst>
          </a:custGeom>
        </p:spPr>
      </p:pic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38E67D06-2A23-461E-8660-CE91F916415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11082528" cy="384721"/>
          </a:xfrm>
        </p:spPr>
        <p:txBody>
          <a:bodyPr vert="horz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7C23A92-1A57-4C4B-A846-23549B5BD46F}"/>
              </a:ext>
            </a:extLst>
          </p:cNvPr>
          <p:cNvPicPr>
            <a:picLocks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24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7787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D1F00FC-AA5B-4A81-A806-45F032F63A8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custGeom>
            <a:avLst/>
            <a:gdLst>
              <a:gd name="connsiteX0" fmla="*/ 0 w 12192000"/>
              <a:gd name="connsiteY0" fmla="*/ 0 h 355600"/>
              <a:gd name="connsiteX1" fmla="*/ 12192000 w 12192000"/>
              <a:gd name="connsiteY1" fmla="*/ 0 h 355600"/>
              <a:gd name="connsiteX2" fmla="*/ 12192000 w 12192000"/>
              <a:gd name="connsiteY2" fmla="*/ 355600 h 355600"/>
              <a:gd name="connsiteX3" fmla="*/ 0 w 121920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5600">
                <a:moveTo>
                  <a:pt x="0" y="0"/>
                </a:moveTo>
                <a:lnTo>
                  <a:pt x="12192000" y="0"/>
                </a:lnTo>
                <a:lnTo>
                  <a:pt x="12192000" y="355600"/>
                </a:lnTo>
                <a:lnTo>
                  <a:pt x="0" y="355600"/>
                </a:lnTo>
                <a:close/>
              </a:path>
            </a:pathLst>
          </a:cu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7E6A67C-86CC-4B67-823F-9EF155C8384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BFEAE5E-FEF6-4DC6-A45C-878DBDA35075}"/>
              </a:ext>
            </a:extLst>
          </p:cNvPr>
          <p:cNvPicPr>
            <a:picLocks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94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0CF204C-3EE2-446B-849F-4F42DFC06E3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0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D28559-B4B6-49FF-87AD-0D7ADC1BCDF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078C433-4C7D-40C0-87F2-122B6D6E5759}"/>
              </a:ext>
            </a:extLst>
          </p:cNvPr>
          <p:cNvSpPr>
            <a:spLocks/>
          </p:cNvSpPr>
          <p:nvPr userDrawn="1"/>
        </p:nvSpPr>
        <p:spPr bwMode="ltGray">
          <a:xfrm rot="10800000" flipH="1">
            <a:off x="0" y="0"/>
            <a:ext cx="10082463" cy="6858001"/>
          </a:xfrm>
          <a:prstGeom prst="rect">
            <a:avLst/>
          </a:prstGeom>
          <a:gradFill flip="none" rotWithShape="1">
            <a:gsLst>
              <a:gs pos="57000">
                <a:srgbClr val="051C2C">
                  <a:alpha val="69000"/>
                </a:srgbClr>
              </a:gs>
              <a:gs pos="0">
                <a:srgbClr val="051C2C"/>
              </a:gs>
              <a:gs pos="100000">
                <a:srgbClr val="051C2C">
                  <a:alpha val="0"/>
                </a:srgbClr>
              </a:gs>
            </a:gsLst>
            <a:lin ang="0" scaled="1"/>
            <a:tileRect/>
          </a:gra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lt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 bwMode="ltGray"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7E6A67C-86CC-4B67-823F-9EF155C8384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ltGray"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8" name="2. Slide Title">
            <a:extLst>
              <a:ext uri="{FF2B5EF4-FFF2-40B4-BE49-F238E27FC236}">
                <a16:creationId xmlns:a16="http://schemas.microsoft.com/office/drawing/2014/main" id="{FF53F23A-3EA5-4825-A900-7C14F21FB795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ltGray">
          <a:xfrm>
            <a:off x="554736" y="3121225"/>
            <a:ext cx="11082528" cy="615553"/>
          </a:xfrm>
        </p:spPr>
        <p:txBody>
          <a:bodyPr vert="horz" anchor="ctr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7D3CD3-1C74-4809-8AA8-D1CE05AC7C0A}"/>
              </a:ext>
            </a:extLst>
          </p:cNvPr>
          <p:cNvPicPr>
            <a:picLocks/>
          </p:cNvPicPr>
          <p:nvPr userDrawn="1"/>
        </p:nvPicPr>
        <p:blipFill>
          <a:blip r:embed="rId11" cstate="email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48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4574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phic 5">
            <a:extLst>
              <a:ext uri="{FF2B5EF4-FFF2-40B4-BE49-F238E27FC236}">
                <a16:creationId xmlns:a16="http://schemas.microsoft.com/office/drawing/2014/main" id="{CF2728A7-D52A-4931-AAFA-82360B55CEED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ltGray">
          <a:xfrm>
            <a:off x="3842361" y="2878532"/>
            <a:ext cx="4507279" cy="110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19005-3B08-2749-B02C-3DB6F38D4178}"/>
              </a:ext>
            </a:extLst>
          </p:cNvPr>
          <p:cNvSpPr/>
          <p:nvPr userDrawn="1"/>
        </p:nvSpPr>
        <p:spPr>
          <a:xfrm>
            <a:off x="-1" y="57178"/>
            <a:ext cx="12188953" cy="6845272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1810C0-C7CD-2D47-A0D4-2AD0BD3FCF7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183" y="44451"/>
            <a:ext cx="11949111" cy="6870728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558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0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7919E9A9-148F-4DCE-8F5A-EA3FC8073072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 bwMode="ltGray">
          <a:xfrm>
            <a:off x="464663" y="1484865"/>
            <a:ext cx="6959394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9B970865-87FF-44B5-94C0-B13AA39877F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 bwMode="ltGray">
          <a:xfrm>
            <a:off x="464663" y="2247439"/>
            <a:ext cx="5815113" cy="1477328"/>
          </a:xfrm>
          <a:prstGeom prst="rect">
            <a:avLst/>
          </a:prstGeom>
        </p:spPr>
        <p:txBody>
          <a:bodyPr vert="horz" wrap="square" anchor="t">
            <a:sp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C3F539F-6BA4-5C4A-B3E1-7936E95C49A7}"/>
              </a:ext>
            </a:extLst>
          </p:cNvPr>
          <p:cNvSpPr/>
          <p:nvPr userDrawn="1"/>
        </p:nvSpPr>
        <p:spPr bwMode="ltGray">
          <a:xfrm>
            <a:off x="0" y="1"/>
            <a:ext cx="8726951" cy="57178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D6EDE0A-1773-5E42-8E99-ACF4B5991F7F}"/>
              </a:ext>
            </a:extLst>
          </p:cNvPr>
          <p:cNvSpPr/>
          <p:nvPr userDrawn="1"/>
        </p:nvSpPr>
        <p:spPr bwMode="ltGray">
          <a:xfrm>
            <a:off x="8726951" y="1"/>
            <a:ext cx="3462001" cy="57178"/>
          </a:xfrm>
          <a:prstGeom prst="rect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225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1533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2BA1E0C-CA9F-489D-B144-727B655BD19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926E0963-EFF0-4D32-ADEB-B17AA28E6B4A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1D81E699-DCA1-4112-A747-FEA1BCDA2F07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737F76FD-D275-4307-B826-61CE1861B01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5" y="6501669"/>
            <a:ext cx="2514600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7B6FBDCC-4722-41F2-B4A8-0AB7ECEAFE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24663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FDF7F23A-5BE5-47B0-9C6D-6FBBDBBD115E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6266697-09F7-4393-AFFE-A094D9758AC9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lum contras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35728D9-06D5-4A2A-842C-6DBF821D0191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email">
            <a:lum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73036"/>
          <a:stretch/>
        </p:blipFill>
        <p:spPr bwMode="ltGray">
          <a:xfrm>
            <a:off x="10059905" y="6414693"/>
            <a:ext cx="33376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808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74AF67-BBA0-48F4-BB9F-5296344335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0047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74AF67-BBA0-48F4-BB9F-529634433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3B3A326-7FEB-4166-B227-F950E4A2EAC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BBF16F-8D46-49E7-BED0-2410C368FFD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 bwMode="ltGray">
          <a:xfrm>
            <a:off x="1" y="-27293"/>
            <a:ext cx="12192000" cy="68852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DF1ED79-53B9-47B0-9251-213DE2E68D1D}"/>
              </a:ext>
            </a:extLst>
          </p:cNvPr>
          <p:cNvSpPr/>
          <p:nvPr userDrawn="1"/>
        </p:nvSpPr>
        <p:spPr bwMode="ltGray">
          <a:xfrm rot="10800000" flipH="1">
            <a:off x="0" y="-27292"/>
            <a:ext cx="10082463" cy="6885292"/>
          </a:xfrm>
          <a:prstGeom prst="rect">
            <a:avLst/>
          </a:prstGeom>
          <a:gradFill flip="none" rotWithShape="1">
            <a:gsLst>
              <a:gs pos="57000">
                <a:srgbClr val="051C2C">
                  <a:alpha val="69000"/>
                </a:srgbClr>
              </a:gs>
              <a:gs pos="0">
                <a:srgbClr val="051C2C"/>
              </a:gs>
              <a:gs pos="100000">
                <a:srgbClr val="051C2C">
                  <a:alpha val="0"/>
                </a:srgbClr>
              </a:gs>
            </a:gsLst>
            <a:lin ang="0" scaled="1"/>
            <a:tileRect/>
          </a:gra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9AF8CAE-CF0A-429D-A7DD-C3DC06A8EA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ltGray">
          <a:xfrm>
            <a:off x="551942" y="443314"/>
            <a:ext cx="2175309" cy="1167239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B59723A7-48C8-4FB8-9FFD-973069780836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1" y="5934707"/>
            <a:ext cx="5665978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85C39AF-2C26-471B-B4F6-84D62387BE41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2" y="5059220"/>
            <a:ext cx="566597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B10D5EBA-CFB8-4E5D-8641-1C94A52BCC62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51942" y="3445069"/>
            <a:ext cx="5665978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07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F1843898-E38E-45AA-8F18-04C20BD27A01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83878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39C1C99A-053B-499E-B4C7-525A6B2B7BA3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43869"/>
            <a:ext cx="110825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3FEDE224-ADFC-402D-AFF5-633ECD0E59D1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5. Source" hidden="1">
            <a:extLst>
              <a:ext uri="{FF2B5EF4-FFF2-40B4-BE49-F238E27FC236}">
                <a16:creationId xmlns:a16="http://schemas.microsoft.com/office/drawing/2014/main" id="{E74D83EA-BEA6-4FD8-9F5F-2E9B383B4E5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8" name="1. On-page tracker">
            <a:extLst>
              <a:ext uri="{FF2B5EF4-FFF2-40B4-BE49-F238E27FC236}">
                <a16:creationId xmlns:a16="http://schemas.microsoft.com/office/drawing/2014/main" id="{DBBF60B7-3AA1-4EBA-8F27-79003246C82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EDB0C68-81D8-4BCB-8FED-587D098337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1781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EDB0C68-81D8-4BCB-8FED-587D09833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8EAA134-9792-4D41-898E-A83D3A4E3D6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D7A1DE9F-2349-40AE-B80B-3136806D818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spAutoFit/>
          </a:bodyPr>
          <a:lstStyle>
            <a:lvl1pPr>
              <a:lnSpc>
                <a:spcPct val="100000"/>
              </a:lnSpc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7F64BAFE-87B1-4A05-A06D-76492D0650D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8E4163FA-BDC9-4709-9F6A-FF0978BD769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048314A0-D7C9-42CB-80F5-69E1E352DA2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10AAB5F-CF0A-4C58-81CA-92C1A8CB90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84616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10AAB5F-CF0A-4C58-81CA-92C1A8CB9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A53433-5DFE-4583-A5C0-DE3F3C3DDE8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46024719-0AD7-45C9-A1C4-69C2E1D51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236640"/>
            <a:ext cx="5065776" cy="384721"/>
          </a:xfrm>
          <a:prstGeom prst="rect">
            <a:avLst/>
          </a:prstGeom>
        </p:spPr>
        <p:txBody>
          <a:bodyPr vert="horz" rIns="365760" anchor="ctr">
            <a:spAutoFit/>
          </a:bodyPr>
          <a:lstStyle>
            <a:lvl1pPr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EA00624-07B6-4AFD-A5BD-A51F88DB679C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515DA342-C58F-4BBF-A79A-A8C74A8EA2A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8151F41-A4A0-4925-AF11-9764AA4CF0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98064E9-3153-4628-A7D5-81F8DEADB0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9124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98064E9-3153-4628-A7D5-81F8DEADB0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4FCABF2-1291-4CAB-A39C-0FDD2FD8A1F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678C8A-81B2-478D-A600-F19DD35C3CA1}"/>
              </a:ext>
            </a:extLst>
          </p:cNvPr>
          <p:cNvSpPr>
            <a:spLocks/>
          </p:cNvSpPr>
          <p:nvPr userDrawn="1"/>
        </p:nvSpPr>
        <p:spPr bwMode="ltGray">
          <a:xfrm>
            <a:off x="0" y="-11165"/>
            <a:ext cx="12192000" cy="6869165"/>
          </a:xfrm>
          <a:prstGeom prst="rect">
            <a:avLst/>
          </a:prstGeom>
          <a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 defTabSz="457200"/>
            <a:endParaRPr lang="en-US" kern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F3E6AD-C9B1-4092-B6B0-08413A8CAE03}"/>
              </a:ext>
            </a:extLst>
          </p:cNvPr>
          <p:cNvSpPr/>
          <p:nvPr userDrawn="1"/>
        </p:nvSpPr>
        <p:spPr bwMode="ltGray">
          <a:xfrm rot="5400000">
            <a:off x="-2513780" y="3176396"/>
            <a:ext cx="6866467" cy="496742"/>
          </a:xfrm>
          <a:custGeom>
            <a:avLst/>
            <a:gdLst>
              <a:gd name="connsiteX0" fmla="*/ 0 w 6866467"/>
              <a:gd name="connsiteY0" fmla="*/ 486932 h 496742"/>
              <a:gd name="connsiteX1" fmla="*/ 0 w 6866467"/>
              <a:gd name="connsiteY1" fmla="*/ 440728 h 496742"/>
              <a:gd name="connsiteX2" fmla="*/ 3429675 w 6866467"/>
              <a:gd name="connsiteY2" fmla="*/ 0 h 496742"/>
              <a:gd name="connsiteX3" fmla="*/ 6866467 w 6866467"/>
              <a:gd name="connsiteY3" fmla="*/ 450941 h 496742"/>
              <a:gd name="connsiteX4" fmla="*/ 6866467 w 6866467"/>
              <a:gd name="connsiteY4" fmla="*/ 496742 h 496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6467" h="496742">
                <a:moveTo>
                  <a:pt x="0" y="486932"/>
                </a:moveTo>
                <a:lnTo>
                  <a:pt x="0" y="440728"/>
                </a:lnTo>
                <a:lnTo>
                  <a:pt x="3429675" y="0"/>
                </a:lnTo>
                <a:lnTo>
                  <a:pt x="6866467" y="450941"/>
                </a:lnTo>
                <a:lnTo>
                  <a:pt x="6866467" y="49674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457200"/>
            <a:endParaRPr lang="en-US" ker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52EBDE-D369-4FB8-8771-611BA231B5D1}"/>
              </a:ext>
            </a:extLst>
          </p:cNvPr>
          <p:cNvSpPr/>
          <p:nvPr userDrawn="1"/>
        </p:nvSpPr>
        <p:spPr bwMode="ltGray">
          <a:xfrm rot="5400000">
            <a:off x="-3082307" y="3071142"/>
            <a:ext cx="6869165" cy="70455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US" kern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0032EA-AA79-4C36-8C0D-B0EE8D62AEB7}"/>
              </a:ext>
            </a:extLst>
          </p:cNvPr>
          <p:cNvGrpSpPr/>
          <p:nvPr userDrawn="1"/>
        </p:nvGrpSpPr>
        <p:grpSpPr bwMode="ltGray">
          <a:xfrm>
            <a:off x="703665" y="2979335"/>
            <a:ext cx="920891" cy="899331"/>
            <a:chOff x="-2884309" y="-6789249"/>
            <a:chExt cx="5120077" cy="500020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B641084-835A-4F4E-A5C9-1CD252BA6380}"/>
                </a:ext>
              </a:extLst>
            </p:cNvPr>
            <p:cNvSpPr/>
            <p:nvPr userDrawn="1"/>
          </p:nvSpPr>
          <p:spPr bwMode="ltGray">
            <a:xfrm>
              <a:off x="-2717252" y="-6651939"/>
              <a:ext cx="4833167" cy="4798850"/>
            </a:xfrm>
            <a:custGeom>
              <a:avLst/>
              <a:gdLst>
                <a:gd name="connsiteX0" fmla="*/ 2393568 w 4833167"/>
                <a:gd name="connsiteY0" fmla="*/ 59 h 4798850"/>
                <a:gd name="connsiteX1" fmla="*/ 2411980 w 4833167"/>
                <a:gd name="connsiteY1" fmla="*/ 59 h 4798850"/>
                <a:gd name="connsiteX2" fmla="*/ 4833108 w 4833167"/>
                <a:gd name="connsiteY2" fmla="*/ 2381110 h 4798850"/>
                <a:gd name="connsiteX3" fmla="*/ 2439597 w 4833167"/>
                <a:gd name="connsiteY3" fmla="*/ 4798792 h 4798850"/>
                <a:gd name="connsiteX4" fmla="*/ 59 w 4833167"/>
                <a:gd name="connsiteY4" fmla="*/ 2417741 h 4798850"/>
                <a:gd name="connsiteX5" fmla="*/ 2393568 w 4833167"/>
                <a:gd name="connsiteY5" fmla="*/ 59 h 479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33167" h="4798850">
                  <a:moveTo>
                    <a:pt x="2393568" y="59"/>
                  </a:moveTo>
                  <a:cubicBezTo>
                    <a:pt x="2402774" y="59"/>
                    <a:pt x="2402774" y="59"/>
                    <a:pt x="2411980" y="59"/>
                  </a:cubicBezTo>
                  <a:cubicBezTo>
                    <a:pt x="3746823" y="-9099"/>
                    <a:pt x="4823901" y="1053216"/>
                    <a:pt x="4833108" y="2381110"/>
                  </a:cubicBezTo>
                  <a:cubicBezTo>
                    <a:pt x="4842313" y="3709003"/>
                    <a:pt x="3774439" y="4789634"/>
                    <a:pt x="2439597" y="4798792"/>
                  </a:cubicBezTo>
                  <a:cubicBezTo>
                    <a:pt x="1104755" y="4807950"/>
                    <a:pt x="18469" y="3736477"/>
                    <a:pt x="59" y="2417741"/>
                  </a:cubicBezTo>
                  <a:cubicBezTo>
                    <a:pt x="-9148" y="1089847"/>
                    <a:pt x="1067931" y="9217"/>
                    <a:pt x="2393568" y="59"/>
                  </a:cubicBezTo>
                  <a:close/>
                </a:path>
              </a:pathLst>
            </a:custGeom>
            <a:solidFill>
              <a:srgbClr val="043074"/>
            </a:solidFill>
            <a:ln w="9201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90BF26-A1CC-4B55-899A-AB168458E525}"/>
                </a:ext>
              </a:extLst>
            </p:cNvPr>
            <p:cNvSpPr/>
            <p:nvPr/>
          </p:nvSpPr>
          <p:spPr bwMode="ltGray">
            <a:xfrm>
              <a:off x="-2884309" y="-6789249"/>
              <a:ext cx="5120077" cy="5000206"/>
            </a:xfrm>
            <a:custGeom>
              <a:avLst/>
              <a:gdLst>
                <a:gd name="connsiteX0" fmla="*/ 2367303 w 5120077"/>
                <a:gd name="connsiteY0" fmla="*/ 4148523 h 5000206"/>
                <a:gd name="connsiteX1" fmla="*/ 912785 w 5120077"/>
                <a:gd name="connsiteY1" fmla="*/ 2298630 h 5000206"/>
                <a:gd name="connsiteX2" fmla="*/ 2367303 w 5120077"/>
                <a:gd name="connsiteY2" fmla="*/ 851684 h 5000206"/>
                <a:gd name="connsiteX3" fmla="*/ 2367303 w 5120077"/>
                <a:gd name="connsiteY3" fmla="*/ 1163052 h 5000206"/>
                <a:gd name="connsiteX4" fmla="*/ 1225783 w 5120077"/>
                <a:gd name="connsiteY4" fmla="*/ 2710735 h 5000206"/>
                <a:gd name="connsiteX5" fmla="*/ 2367303 w 5120077"/>
                <a:gd name="connsiteY5" fmla="*/ 3846313 h 5000206"/>
                <a:gd name="connsiteX6" fmla="*/ 2367303 w 5120077"/>
                <a:gd name="connsiteY6" fmla="*/ 4148523 h 5000206"/>
                <a:gd name="connsiteX7" fmla="*/ 2588243 w 5120077"/>
                <a:gd name="connsiteY7" fmla="*/ 302210 h 5000206"/>
                <a:gd name="connsiteX8" fmla="*/ 2486979 w 5120077"/>
                <a:gd name="connsiteY8" fmla="*/ 302210 h 5000206"/>
                <a:gd name="connsiteX9" fmla="*/ 397260 w 5120077"/>
                <a:gd name="connsiteY9" fmla="*/ 2609998 h 5000206"/>
                <a:gd name="connsiteX10" fmla="*/ 2450156 w 5120077"/>
                <a:gd name="connsiteY10" fmla="*/ 4688839 h 5000206"/>
                <a:gd name="connsiteX11" fmla="*/ 2588243 w 5120077"/>
                <a:gd name="connsiteY11" fmla="*/ 4688839 h 5000206"/>
                <a:gd name="connsiteX12" fmla="*/ 2790770 w 5120077"/>
                <a:gd name="connsiteY12" fmla="*/ 4679681 h 5000206"/>
                <a:gd name="connsiteX13" fmla="*/ 2827594 w 5120077"/>
                <a:gd name="connsiteY13" fmla="*/ 4679681 h 5000206"/>
                <a:gd name="connsiteX14" fmla="*/ 2827594 w 5120077"/>
                <a:gd name="connsiteY14" fmla="*/ 3837155 h 5000206"/>
                <a:gd name="connsiteX15" fmla="*/ 2910446 w 5120077"/>
                <a:gd name="connsiteY15" fmla="*/ 3818839 h 5000206"/>
                <a:gd name="connsiteX16" fmla="*/ 2984093 w 5120077"/>
                <a:gd name="connsiteY16" fmla="*/ 3800523 h 5000206"/>
                <a:gd name="connsiteX17" fmla="*/ 3923085 w 5120077"/>
                <a:gd name="connsiteY17" fmla="*/ 2124630 h 5000206"/>
                <a:gd name="connsiteX18" fmla="*/ 2827594 w 5120077"/>
                <a:gd name="connsiteY18" fmla="*/ 1153894 h 5000206"/>
                <a:gd name="connsiteX19" fmla="*/ 2827594 w 5120077"/>
                <a:gd name="connsiteY19" fmla="*/ 851684 h 5000206"/>
                <a:gd name="connsiteX20" fmla="*/ 4272906 w 5120077"/>
                <a:gd name="connsiteY20" fmla="*/ 2719893 h 5000206"/>
                <a:gd name="connsiteX21" fmla="*/ 3177414 w 5120077"/>
                <a:gd name="connsiteY21" fmla="*/ 4075260 h 5000206"/>
                <a:gd name="connsiteX22" fmla="*/ 3149797 w 5120077"/>
                <a:gd name="connsiteY22" fmla="*/ 4084418 h 5000206"/>
                <a:gd name="connsiteX23" fmla="*/ 3149797 w 5120077"/>
                <a:gd name="connsiteY23" fmla="*/ 4633891 h 5000206"/>
                <a:gd name="connsiteX24" fmla="*/ 3168209 w 5120077"/>
                <a:gd name="connsiteY24" fmla="*/ 4633891 h 5000206"/>
                <a:gd name="connsiteX25" fmla="*/ 3186620 w 5120077"/>
                <a:gd name="connsiteY25" fmla="*/ 4624733 h 5000206"/>
                <a:gd name="connsiteX26" fmla="*/ 4723990 w 5120077"/>
                <a:gd name="connsiteY26" fmla="*/ 1913998 h 5000206"/>
                <a:gd name="connsiteX27" fmla="*/ 2671095 w 5120077"/>
                <a:gd name="connsiteY27" fmla="*/ 302210 h 5000206"/>
                <a:gd name="connsiteX28" fmla="*/ 2588243 w 5120077"/>
                <a:gd name="connsiteY28" fmla="*/ 302210 h 5000206"/>
                <a:gd name="connsiteX29" fmla="*/ 2588243 w 5120077"/>
                <a:gd name="connsiteY29" fmla="*/ 5000207 h 5000206"/>
                <a:gd name="connsiteX30" fmla="*/ 2422538 w 5120077"/>
                <a:gd name="connsiteY30" fmla="*/ 4991049 h 5000206"/>
                <a:gd name="connsiteX31" fmla="*/ 1410 w 5120077"/>
                <a:gd name="connsiteY31" fmla="*/ 2408524 h 5000206"/>
                <a:gd name="connsiteX32" fmla="*/ 2477773 w 5120077"/>
                <a:gd name="connsiteY32" fmla="*/ 0 h 5000206"/>
                <a:gd name="connsiteX33" fmla="*/ 2588243 w 5120077"/>
                <a:gd name="connsiteY33" fmla="*/ 0 h 5000206"/>
                <a:gd name="connsiteX34" fmla="*/ 2680301 w 5120077"/>
                <a:gd name="connsiteY34" fmla="*/ 0 h 5000206"/>
                <a:gd name="connsiteX35" fmla="*/ 4410993 w 5120077"/>
                <a:gd name="connsiteY35" fmla="*/ 760105 h 5000206"/>
                <a:gd name="connsiteX36" fmla="*/ 5119840 w 5120077"/>
                <a:gd name="connsiteY36" fmla="*/ 2500103 h 5000206"/>
                <a:gd name="connsiteX37" fmla="*/ 2892034 w 5120077"/>
                <a:gd name="connsiteY37" fmla="*/ 4981891 h 5000206"/>
                <a:gd name="connsiteX38" fmla="*/ 2588243 w 5120077"/>
                <a:gd name="connsiteY38" fmla="*/ 5000207 h 5000206"/>
                <a:gd name="connsiteX39" fmla="*/ 2588243 w 5120077"/>
                <a:gd name="connsiteY39" fmla="*/ 5000207 h 500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120077" h="5000206">
                  <a:moveTo>
                    <a:pt x="2367303" y="4148523"/>
                  </a:moveTo>
                  <a:cubicBezTo>
                    <a:pt x="1446722" y="4038628"/>
                    <a:pt x="802316" y="3205261"/>
                    <a:pt x="912785" y="2298630"/>
                  </a:cubicBezTo>
                  <a:cubicBezTo>
                    <a:pt x="1004844" y="1538525"/>
                    <a:pt x="1603221" y="943262"/>
                    <a:pt x="2367303" y="851684"/>
                  </a:cubicBezTo>
                  <a:lnTo>
                    <a:pt x="2367303" y="1163052"/>
                  </a:lnTo>
                  <a:cubicBezTo>
                    <a:pt x="1621633" y="1282104"/>
                    <a:pt x="1106107" y="1968946"/>
                    <a:pt x="1225783" y="2710735"/>
                  </a:cubicBezTo>
                  <a:cubicBezTo>
                    <a:pt x="1317841" y="3296840"/>
                    <a:pt x="1778131" y="3754734"/>
                    <a:pt x="2367303" y="3846313"/>
                  </a:cubicBezTo>
                  <a:lnTo>
                    <a:pt x="2367303" y="4148523"/>
                  </a:lnTo>
                  <a:close/>
                  <a:moveTo>
                    <a:pt x="2588243" y="302210"/>
                  </a:moveTo>
                  <a:cubicBezTo>
                    <a:pt x="2551419" y="302210"/>
                    <a:pt x="2523802" y="302210"/>
                    <a:pt x="2486979" y="302210"/>
                  </a:cubicBezTo>
                  <a:cubicBezTo>
                    <a:pt x="1271812" y="366316"/>
                    <a:pt x="332820" y="1401157"/>
                    <a:pt x="397260" y="2609998"/>
                  </a:cubicBezTo>
                  <a:cubicBezTo>
                    <a:pt x="452495" y="3718102"/>
                    <a:pt x="1336253" y="4615576"/>
                    <a:pt x="2450156" y="4688839"/>
                  </a:cubicBezTo>
                  <a:lnTo>
                    <a:pt x="2588243" y="4688839"/>
                  </a:lnTo>
                  <a:cubicBezTo>
                    <a:pt x="2652683" y="4688839"/>
                    <a:pt x="2726330" y="4688839"/>
                    <a:pt x="2790770" y="4679681"/>
                  </a:cubicBezTo>
                  <a:lnTo>
                    <a:pt x="2827594" y="4679681"/>
                  </a:lnTo>
                  <a:lnTo>
                    <a:pt x="2827594" y="3837155"/>
                  </a:lnTo>
                  <a:cubicBezTo>
                    <a:pt x="2827594" y="3837155"/>
                    <a:pt x="2873623" y="3827997"/>
                    <a:pt x="2910446" y="3818839"/>
                  </a:cubicBezTo>
                  <a:lnTo>
                    <a:pt x="2984093" y="3800523"/>
                  </a:lnTo>
                  <a:cubicBezTo>
                    <a:pt x="3711351" y="3599050"/>
                    <a:pt x="4125612" y="2838945"/>
                    <a:pt x="3923085" y="2124630"/>
                  </a:cubicBezTo>
                  <a:cubicBezTo>
                    <a:pt x="3775792" y="1620946"/>
                    <a:pt x="3352325" y="1236315"/>
                    <a:pt x="2827594" y="1153894"/>
                  </a:cubicBezTo>
                  <a:lnTo>
                    <a:pt x="2827594" y="851684"/>
                  </a:lnTo>
                  <a:cubicBezTo>
                    <a:pt x="3738968" y="970736"/>
                    <a:pt x="4392581" y="1804104"/>
                    <a:pt x="4272906" y="2719893"/>
                  </a:cubicBezTo>
                  <a:cubicBezTo>
                    <a:pt x="4190053" y="3342629"/>
                    <a:pt x="3766586" y="3864629"/>
                    <a:pt x="3177414" y="4075260"/>
                  </a:cubicBezTo>
                  <a:lnTo>
                    <a:pt x="3149797" y="4084418"/>
                  </a:lnTo>
                  <a:lnTo>
                    <a:pt x="3149797" y="4633891"/>
                  </a:lnTo>
                  <a:lnTo>
                    <a:pt x="3168209" y="4633891"/>
                  </a:lnTo>
                  <a:lnTo>
                    <a:pt x="3186620" y="4624733"/>
                  </a:lnTo>
                  <a:cubicBezTo>
                    <a:pt x="4364964" y="4295050"/>
                    <a:pt x="5046193" y="3086208"/>
                    <a:pt x="4723990" y="1913998"/>
                  </a:cubicBezTo>
                  <a:cubicBezTo>
                    <a:pt x="4457022" y="989052"/>
                    <a:pt x="3628499" y="338842"/>
                    <a:pt x="2671095" y="302210"/>
                  </a:cubicBezTo>
                  <a:lnTo>
                    <a:pt x="2588243" y="302210"/>
                  </a:lnTo>
                  <a:close/>
                  <a:moveTo>
                    <a:pt x="2588243" y="5000207"/>
                  </a:moveTo>
                  <a:cubicBezTo>
                    <a:pt x="2533008" y="5000207"/>
                    <a:pt x="2477773" y="5000207"/>
                    <a:pt x="2422538" y="4991049"/>
                  </a:cubicBezTo>
                  <a:cubicBezTo>
                    <a:pt x="1041667" y="4954417"/>
                    <a:pt x="-44619" y="3791366"/>
                    <a:pt x="1410" y="2408524"/>
                  </a:cubicBezTo>
                  <a:cubicBezTo>
                    <a:pt x="47439" y="1080631"/>
                    <a:pt x="1133725" y="18316"/>
                    <a:pt x="2477773" y="0"/>
                  </a:cubicBezTo>
                  <a:lnTo>
                    <a:pt x="2588243" y="0"/>
                  </a:lnTo>
                  <a:lnTo>
                    <a:pt x="2680301" y="0"/>
                  </a:lnTo>
                  <a:cubicBezTo>
                    <a:pt x="3333913" y="18316"/>
                    <a:pt x="3959908" y="293052"/>
                    <a:pt x="4410993" y="760105"/>
                  </a:cubicBezTo>
                  <a:cubicBezTo>
                    <a:pt x="4871283" y="1227157"/>
                    <a:pt x="5129046" y="1849893"/>
                    <a:pt x="5119840" y="2500103"/>
                  </a:cubicBezTo>
                  <a:cubicBezTo>
                    <a:pt x="5110634" y="3773050"/>
                    <a:pt x="4153230" y="4835365"/>
                    <a:pt x="2892034" y="4981891"/>
                  </a:cubicBezTo>
                  <a:cubicBezTo>
                    <a:pt x="2790770" y="5000207"/>
                    <a:pt x="2689507" y="5000207"/>
                    <a:pt x="2588243" y="5000207"/>
                  </a:cubicBezTo>
                  <a:lnTo>
                    <a:pt x="2588243" y="5000207"/>
                  </a:lnTo>
                  <a:close/>
                </a:path>
              </a:pathLst>
            </a:custGeom>
            <a:solidFill>
              <a:srgbClr val="A9C23F"/>
            </a:solidFill>
            <a:ln w="9201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6" name="2. Slide Title">
            <a:extLst>
              <a:ext uri="{FF2B5EF4-FFF2-40B4-BE49-F238E27FC236}">
                <a16:creationId xmlns:a16="http://schemas.microsoft.com/office/drawing/2014/main" id="{DE54A451-4B0D-4D6F-9C3A-CF9BCA0EA3A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ltGray">
          <a:xfrm>
            <a:off x="1953928" y="3090446"/>
            <a:ext cx="9683335" cy="677108"/>
          </a:xfrm>
        </p:spPr>
        <p:txBody>
          <a:bodyPr vert="horz" anchor="ctr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D8F0FDF6-CF13-4D78-9E79-0C9FAB44F11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lt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C1F67009-3CCF-4BFE-B2F7-F24BF3608E3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 bwMode="ltGray">
          <a:xfrm>
            <a:off x="10831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29" name="5. Source" hidden="1">
            <a:extLst>
              <a:ext uri="{FF2B5EF4-FFF2-40B4-BE49-F238E27FC236}">
                <a16:creationId xmlns:a16="http://schemas.microsoft.com/office/drawing/2014/main" id="{13E4D740-11E2-4C39-B8BC-8747A27E4D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ltGray">
          <a:xfrm>
            <a:off x="10831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8E9C59B-595C-4B75-9571-0DDCD203F094}"/>
              </a:ext>
            </a:extLst>
          </p:cNvPr>
          <p:cNvPicPr>
            <a:picLocks/>
          </p:cNvPicPr>
          <p:nvPr userDrawn="1"/>
        </p:nvPicPr>
        <p:blipFill>
          <a:blip r:embed="rId11" cstate="email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52273FB-3270-4181-86FF-C1D92782D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4437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52273FB-3270-4181-86FF-C1D92782D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E3D51E-EFF4-4CED-8D1C-0D351D7D32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18CDBC7E-E04B-46B1-9B36-88D532AB35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lnSpc>
                <a:spcPct val="105000"/>
              </a:lnSpc>
              <a:defRPr sz="3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DDDA5324-D475-4905-9074-52BC49485F73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DCE2F7A1-B611-4F92-930C-45DAF661DB17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6B27C2B4-7BF4-4965-8D2E-7CE38F99F91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84944364-9827-498B-9142-A12003C3F2ED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85347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2BA1E0C-CA9F-489D-B144-727B655BD19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926E0963-EFF0-4D32-ADEB-B17AA28E6B4A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1D81E699-DCA1-4112-A747-FEA1BCDA2F07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737F76FD-D275-4307-B826-61CE1861B01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5" y="6501669"/>
            <a:ext cx="2514600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7B6FBDCC-4722-41F2-B4A8-0AB7ECEAFE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24663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FDF7F23A-5BE5-47B0-9C6D-6FBBDBBD115E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6266697-09F7-4393-AFFE-A094D9758AC9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lum contras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35728D9-06D5-4A2A-842C-6DBF821D0191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email">
            <a:lum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73036"/>
          <a:stretch/>
        </p:blipFill>
        <p:spPr bwMode="ltGray">
          <a:xfrm>
            <a:off x="10059905" y="6414693"/>
            <a:ext cx="33376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18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66733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4" name="Object 2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6FA1A46-CC63-4D80-904D-B75922926F0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7010F8BF-72F8-414F-8D8C-D005BC6354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FC0C10CA-AFC8-40DE-8AEC-D9464F7881E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232B2768-A5EA-4BFA-AB55-D090EDC814ED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526987F-5ABD-4D91-B17C-F0B9412634B9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3465576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6" name="1. On-page tracker">
            <a:extLst>
              <a:ext uri="{FF2B5EF4-FFF2-40B4-BE49-F238E27FC236}">
                <a16:creationId xmlns:a16="http://schemas.microsoft.com/office/drawing/2014/main" id="{B1EAA8D2-0405-4A7F-9AC4-7F1440555A4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7E3AE2-BD7E-4074-A9AD-A6AE77E9B964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52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3578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8BFB0ED8-027D-4B9A-B0F0-B541754448E6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385DC14F-9191-4CCE-AD84-B67B1AAA673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5065776" cy="384721"/>
          </a:xfrm>
        </p:spPr>
        <p:txBody>
          <a:bodyPr vert="horz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71CE4FFA-8589-45F0-A91B-DDF15C2EDD6D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50657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FC217CEC-CFE1-4B34-9DE5-CA0CBAAD07D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5065776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6410748B-1DCC-4D05-8053-71ABF0D6ABD0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D105E70-12F4-4115-A57C-6F82A37281D9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lum contras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4C3C286-D130-4B33-8D76-BCEF06C9582E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email">
            <a:lum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73036"/>
          <a:stretch/>
        </p:blipFill>
        <p:spPr bwMode="ltGray">
          <a:xfrm>
            <a:off x="10059905" y="6414693"/>
            <a:ext cx="33376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398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1800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7B8DBD3-5ABF-4E0A-9F2E-53C58888D15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F0EB3F2F-0805-4DFE-A6E0-64702A2E5C19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83878"/>
            <a:ext cx="6967728" cy="384721"/>
          </a:xfrm>
        </p:spPr>
        <p:txBody>
          <a:bodyPr vert="horz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8D9B09BC-D1A6-4B27-8CD3-960705EDC8CC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843869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5B2E404D-35D7-4473-A0C7-CFC03571994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5" y="6501669"/>
            <a:ext cx="6967728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6E7DD3BF-EC62-45EA-9F94-D355FAD87CB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A706BB5A-B27B-4E98-A8E3-CF07BBA1D318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6066B991-1185-498D-8CA7-86B724A6CF7F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lum contras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D4A01D-7200-4B57-9275-CDA89772CF95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email">
            <a:lum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73036"/>
          <a:stretch/>
        </p:blipFill>
        <p:spPr bwMode="ltGray">
          <a:xfrm>
            <a:off x="10059905" y="6414693"/>
            <a:ext cx="33376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22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42153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5C1C8198-C61B-4939-88D7-460161FE130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83878"/>
            <a:ext cx="7918704" cy="384721"/>
          </a:xfrm>
        </p:spPr>
        <p:txBody>
          <a:bodyPr vert="horz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81AD0416-4C85-41CF-B403-A076965AF76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843869"/>
            <a:ext cx="7918704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82ABB65-CD02-49F3-A082-D173A60C95A1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01669"/>
            <a:ext cx="7918704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395BCA-A878-46C9-BAEE-66FFA988AE9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0AD2D68C-0776-41C3-8AA0-32BA675C3270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C474743B-7788-4753-A7B3-B0A8A47CA3EA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lum contras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55748BB-5277-41C9-BF63-D933B1D243AA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email">
            <a:lum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73036"/>
          <a:stretch/>
        </p:blipFill>
        <p:spPr bwMode="ltGray">
          <a:xfrm>
            <a:off x="10059905" y="6414693"/>
            <a:ext cx="33376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823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937BF69-DBBB-44FA-AA65-8999BD8B4E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9115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937BF69-DBBB-44FA-AA65-8999BD8B4E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440E0BC-D285-4CB0-BC8F-8E2C57BF2A2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3B3DD8D-A9F2-4302-B16B-426CDC23357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prstGeom prst="rect">
            <a:avLst/>
          </a:prstGeom>
        </p:spPr>
      </p:pic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181A0AFF-5DF9-42EB-A08D-DDACAC8596AF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9171AD0D-6965-4572-AAB1-A977A946F260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D9037E57-79DD-4609-BA51-22822E8E9397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11082528" cy="384721"/>
          </a:xfrm>
        </p:spPr>
        <p:txBody>
          <a:bodyPr vert="horz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2C3E25D5-81CC-45C3-B80F-9C3C3A57557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18BACE-FF3B-4A63-B240-A70546CF5A69}"/>
              </a:ext>
            </a:extLst>
          </p:cNvPr>
          <p:cNvPicPr>
            <a:picLocks/>
          </p:cNvPicPr>
          <p:nvPr userDrawn="1"/>
        </p:nvPicPr>
        <p:blipFill>
          <a:blip r:embed="rId11" cstate="email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634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CD2BF5E-92A7-41C4-93AE-C72274D09C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877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CD2BF5E-92A7-41C4-93AE-C72274D09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EE4A66CA-A8FF-4ABE-8D63-3B205DC3771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52BD1C72-0199-4BB3-8646-E58AC20A2637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0BC47245-03DB-48ED-98E1-9BD8A12367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1D18E3DC-4FF4-4F28-A9B6-6C4B63C31B3C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1CF040-C90C-47EA-9F6C-300DD32A2F3E}"/>
              </a:ext>
            </a:extLst>
          </p:cNvPr>
          <p:cNvPicPr>
            <a:picLocks/>
          </p:cNvPicPr>
          <p:nvPr userDrawn="1"/>
        </p:nvPicPr>
        <p:blipFill>
          <a:blip r:embed="rId9" cstate="email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CD2BF5E-92A7-41C4-93AE-C72274D09C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2855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CD2BF5E-92A7-41C4-93AE-C72274D09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18ACC268-A943-4D06-8E58-8449E6F5A63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0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974F44-EC34-4BF8-8BAC-9256DF59EE1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86A5679-03ED-4F8B-97AD-ED91DCC5AD4D}"/>
              </a:ext>
            </a:extLst>
          </p:cNvPr>
          <p:cNvSpPr>
            <a:spLocks/>
          </p:cNvSpPr>
          <p:nvPr userDrawn="1"/>
        </p:nvSpPr>
        <p:spPr bwMode="ltGray">
          <a:xfrm rot="10800000" flipH="1">
            <a:off x="0" y="0"/>
            <a:ext cx="10082463" cy="6858001"/>
          </a:xfrm>
          <a:prstGeom prst="rect">
            <a:avLst/>
          </a:prstGeom>
          <a:gradFill flip="none" rotWithShape="1">
            <a:gsLst>
              <a:gs pos="57000">
                <a:srgbClr val="051C2C">
                  <a:alpha val="69000"/>
                </a:srgbClr>
              </a:gs>
              <a:gs pos="0">
                <a:srgbClr val="051C2C"/>
              </a:gs>
              <a:gs pos="100000">
                <a:srgbClr val="051C2C">
                  <a:alpha val="0"/>
                </a:srgbClr>
              </a:gs>
            </a:gsLst>
            <a:lin ang="0" scaled="1"/>
            <a:tileRect/>
          </a:gra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7720D1AF-D4DD-4054-AB4E-06F954726CD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lt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5893B798-C470-44A6-BB73-969F44D3A2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 bwMode="ltGray"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7" name="5. Source" hidden="1">
            <a:extLst>
              <a:ext uri="{FF2B5EF4-FFF2-40B4-BE49-F238E27FC236}">
                <a16:creationId xmlns:a16="http://schemas.microsoft.com/office/drawing/2014/main" id="{52D1F821-E1CF-49A7-BA33-97ADE41BBE2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ltGray"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8" name="2. Slide Title">
            <a:extLst>
              <a:ext uri="{FF2B5EF4-FFF2-40B4-BE49-F238E27FC236}">
                <a16:creationId xmlns:a16="http://schemas.microsoft.com/office/drawing/2014/main" id="{DDB0C082-B679-4383-8A00-FF3C3763404C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ltGray">
          <a:xfrm>
            <a:off x="554736" y="3121225"/>
            <a:ext cx="11082528" cy="615553"/>
          </a:xfrm>
        </p:spPr>
        <p:txBody>
          <a:bodyPr vert="horz" anchor="ctr">
            <a:spAutoFit/>
          </a:bodyPr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F1D440-8664-480A-B119-5CD14FF1973C}"/>
              </a:ext>
            </a:extLst>
          </p:cNvPr>
          <p:cNvPicPr>
            <a:picLocks/>
          </p:cNvPicPr>
          <p:nvPr userDrawn="1"/>
        </p:nvPicPr>
        <p:blipFill>
          <a:blip r:embed="rId11" cstate="email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796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A9CF6F9-3F22-4C1D-8F1F-9500FF412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5269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A9CF6F9-3F22-4C1D-8F1F-9500FF412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BAB0113-7E2E-4E11-B80A-A9A776178486}"/>
              </a:ext>
            </a:extLst>
          </p:cNvPr>
          <p:cNvPicPr>
            <a:picLocks/>
          </p:cNvPicPr>
          <p:nvPr userDrawn="1"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3842361" y="2878532"/>
            <a:ext cx="4507279" cy="110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9002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65143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83878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43869"/>
            <a:ext cx="110825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1349879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Layou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93919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spAutoFit/>
          </a:bodyPr>
          <a:lstStyle>
            <a:lvl1pPr>
              <a:lnSpc>
                <a:spcPct val="100000"/>
              </a:lnSpc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D9970F82-C6A9-46B2-AAEF-3E4CE2998411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682191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Layou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44733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3CB5CC-729D-42F9-9A25-C87DCED11849}"/>
              </a:ext>
            </a:extLst>
          </p:cNvPr>
          <p:cNvSpPr>
            <a:spLocks/>
          </p:cNvSpPr>
          <p:nvPr userDrawn="1"/>
        </p:nvSpPr>
        <p:spPr bwMode="ltGray">
          <a:xfrm>
            <a:off x="0" y="-11165"/>
            <a:ext cx="12192000" cy="6869165"/>
          </a:xfrm>
          <a:prstGeom prst="rect">
            <a:avLst/>
          </a:prstGeom>
          <a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ABE3587-F9D6-47E2-97D5-AB7DF4D889A9}"/>
              </a:ext>
            </a:extLst>
          </p:cNvPr>
          <p:cNvSpPr/>
          <p:nvPr userDrawn="1"/>
        </p:nvSpPr>
        <p:spPr bwMode="ltGray">
          <a:xfrm rot="5400000">
            <a:off x="-2513780" y="3176396"/>
            <a:ext cx="6866467" cy="496742"/>
          </a:xfrm>
          <a:custGeom>
            <a:avLst/>
            <a:gdLst>
              <a:gd name="connsiteX0" fmla="*/ 0 w 6866467"/>
              <a:gd name="connsiteY0" fmla="*/ 486932 h 496742"/>
              <a:gd name="connsiteX1" fmla="*/ 0 w 6866467"/>
              <a:gd name="connsiteY1" fmla="*/ 440728 h 496742"/>
              <a:gd name="connsiteX2" fmla="*/ 3429675 w 6866467"/>
              <a:gd name="connsiteY2" fmla="*/ 0 h 496742"/>
              <a:gd name="connsiteX3" fmla="*/ 6866467 w 6866467"/>
              <a:gd name="connsiteY3" fmla="*/ 450941 h 496742"/>
              <a:gd name="connsiteX4" fmla="*/ 6866467 w 6866467"/>
              <a:gd name="connsiteY4" fmla="*/ 496742 h 496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6467" h="496742">
                <a:moveTo>
                  <a:pt x="0" y="486932"/>
                </a:moveTo>
                <a:lnTo>
                  <a:pt x="0" y="440728"/>
                </a:lnTo>
                <a:lnTo>
                  <a:pt x="3429675" y="0"/>
                </a:lnTo>
                <a:lnTo>
                  <a:pt x="6866467" y="450941"/>
                </a:lnTo>
                <a:lnTo>
                  <a:pt x="6866467" y="49674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C19FC4-9EB8-45FA-A470-45257A5DF773}"/>
              </a:ext>
            </a:extLst>
          </p:cNvPr>
          <p:cNvSpPr/>
          <p:nvPr userDrawn="1"/>
        </p:nvSpPr>
        <p:spPr bwMode="ltGray">
          <a:xfrm rot="5400000">
            <a:off x="-3082307" y="3071142"/>
            <a:ext cx="6869165" cy="70455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ltGray">
          <a:xfrm>
            <a:off x="1953928" y="3090446"/>
            <a:ext cx="9683335" cy="677108"/>
          </a:xfrm>
        </p:spPr>
        <p:txBody>
          <a:bodyPr vert="horz" anchor="ctr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lt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 bwMode="ltGray">
          <a:xfrm>
            <a:off x="10831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B5C83F22-E5C9-4E8C-9385-C1C07BD9BC1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ltGray">
          <a:xfrm>
            <a:off x="10831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F0D304-827E-4A22-A825-43171D063E3D}"/>
              </a:ext>
            </a:extLst>
          </p:cNvPr>
          <p:cNvGrpSpPr/>
          <p:nvPr userDrawn="1"/>
        </p:nvGrpSpPr>
        <p:grpSpPr bwMode="ltGray">
          <a:xfrm>
            <a:off x="703665" y="2979335"/>
            <a:ext cx="920891" cy="899331"/>
            <a:chOff x="-2884309" y="-6789249"/>
            <a:chExt cx="5120077" cy="500020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AC87A78-9CA1-492B-A7BF-C35FDA405084}"/>
                </a:ext>
              </a:extLst>
            </p:cNvPr>
            <p:cNvSpPr/>
            <p:nvPr userDrawn="1"/>
          </p:nvSpPr>
          <p:spPr bwMode="ltGray">
            <a:xfrm>
              <a:off x="-2717252" y="-6651939"/>
              <a:ext cx="4833167" cy="4798850"/>
            </a:xfrm>
            <a:custGeom>
              <a:avLst/>
              <a:gdLst>
                <a:gd name="connsiteX0" fmla="*/ 2393568 w 4833167"/>
                <a:gd name="connsiteY0" fmla="*/ 59 h 4798850"/>
                <a:gd name="connsiteX1" fmla="*/ 2411980 w 4833167"/>
                <a:gd name="connsiteY1" fmla="*/ 59 h 4798850"/>
                <a:gd name="connsiteX2" fmla="*/ 4833108 w 4833167"/>
                <a:gd name="connsiteY2" fmla="*/ 2381110 h 4798850"/>
                <a:gd name="connsiteX3" fmla="*/ 2439597 w 4833167"/>
                <a:gd name="connsiteY3" fmla="*/ 4798792 h 4798850"/>
                <a:gd name="connsiteX4" fmla="*/ 59 w 4833167"/>
                <a:gd name="connsiteY4" fmla="*/ 2417741 h 4798850"/>
                <a:gd name="connsiteX5" fmla="*/ 2393568 w 4833167"/>
                <a:gd name="connsiteY5" fmla="*/ 59 h 479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33167" h="4798850">
                  <a:moveTo>
                    <a:pt x="2393568" y="59"/>
                  </a:moveTo>
                  <a:cubicBezTo>
                    <a:pt x="2402774" y="59"/>
                    <a:pt x="2402774" y="59"/>
                    <a:pt x="2411980" y="59"/>
                  </a:cubicBezTo>
                  <a:cubicBezTo>
                    <a:pt x="3746823" y="-9099"/>
                    <a:pt x="4823901" y="1053216"/>
                    <a:pt x="4833108" y="2381110"/>
                  </a:cubicBezTo>
                  <a:cubicBezTo>
                    <a:pt x="4842313" y="3709003"/>
                    <a:pt x="3774439" y="4789634"/>
                    <a:pt x="2439597" y="4798792"/>
                  </a:cubicBezTo>
                  <a:cubicBezTo>
                    <a:pt x="1104755" y="4807950"/>
                    <a:pt x="18469" y="3736477"/>
                    <a:pt x="59" y="2417741"/>
                  </a:cubicBezTo>
                  <a:cubicBezTo>
                    <a:pt x="-9148" y="1089847"/>
                    <a:pt x="1067931" y="9217"/>
                    <a:pt x="2393568" y="59"/>
                  </a:cubicBezTo>
                  <a:close/>
                </a:path>
              </a:pathLst>
            </a:custGeom>
            <a:solidFill>
              <a:srgbClr val="043074"/>
            </a:solidFill>
            <a:ln w="92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C6185CD-9B4A-4F1F-B466-12844866489D}"/>
                </a:ext>
              </a:extLst>
            </p:cNvPr>
            <p:cNvSpPr/>
            <p:nvPr/>
          </p:nvSpPr>
          <p:spPr bwMode="ltGray">
            <a:xfrm>
              <a:off x="-2884309" y="-6789249"/>
              <a:ext cx="5120077" cy="5000206"/>
            </a:xfrm>
            <a:custGeom>
              <a:avLst/>
              <a:gdLst>
                <a:gd name="connsiteX0" fmla="*/ 2367303 w 5120077"/>
                <a:gd name="connsiteY0" fmla="*/ 4148523 h 5000206"/>
                <a:gd name="connsiteX1" fmla="*/ 912785 w 5120077"/>
                <a:gd name="connsiteY1" fmla="*/ 2298630 h 5000206"/>
                <a:gd name="connsiteX2" fmla="*/ 2367303 w 5120077"/>
                <a:gd name="connsiteY2" fmla="*/ 851684 h 5000206"/>
                <a:gd name="connsiteX3" fmla="*/ 2367303 w 5120077"/>
                <a:gd name="connsiteY3" fmla="*/ 1163052 h 5000206"/>
                <a:gd name="connsiteX4" fmla="*/ 1225783 w 5120077"/>
                <a:gd name="connsiteY4" fmla="*/ 2710735 h 5000206"/>
                <a:gd name="connsiteX5" fmla="*/ 2367303 w 5120077"/>
                <a:gd name="connsiteY5" fmla="*/ 3846313 h 5000206"/>
                <a:gd name="connsiteX6" fmla="*/ 2367303 w 5120077"/>
                <a:gd name="connsiteY6" fmla="*/ 4148523 h 5000206"/>
                <a:gd name="connsiteX7" fmla="*/ 2588243 w 5120077"/>
                <a:gd name="connsiteY7" fmla="*/ 302210 h 5000206"/>
                <a:gd name="connsiteX8" fmla="*/ 2486979 w 5120077"/>
                <a:gd name="connsiteY8" fmla="*/ 302210 h 5000206"/>
                <a:gd name="connsiteX9" fmla="*/ 397260 w 5120077"/>
                <a:gd name="connsiteY9" fmla="*/ 2609998 h 5000206"/>
                <a:gd name="connsiteX10" fmla="*/ 2450156 w 5120077"/>
                <a:gd name="connsiteY10" fmla="*/ 4688839 h 5000206"/>
                <a:gd name="connsiteX11" fmla="*/ 2588243 w 5120077"/>
                <a:gd name="connsiteY11" fmla="*/ 4688839 h 5000206"/>
                <a:gd name="connsiteX12" fmla="*/ 2790770 w 5120077"/>
                <a:gd name="connsiteY12" fmla="*/ 4679681 h 5000206"/>
                <a:gd name="connsiteX13" fmla="*/ 2827594 w 5120077"/>
                <a:gd name="connsiteY13" fmla="*/ 4679681 h 5000206"/>
                <a:gd name="connsiteX14" fmla="*/ 2827594 w 5120077"/>
                <a:gd name="connsiteY14" fmla="*/ 3837155 h 5000206"/>
                <a:gd name="connsiteX15" fmla="*/ 2910446 w 5120077"/>
                <a:gd name="connsiteY15" fmla="*/ 3818839 h 5000206"/>
                <a:gd name="connsiteX16" fmla="*/ 2984093 w 5120077"/>
                <a:gd name="connsiteY16" fmla="*/ 3800523 h 5000206"/>
                <a:gd name="connsiteX17" fmla="*/ 3923085 w 5120077"/>
                <a:gd name="connsiteY17" fmla="*/ 2124630 h 5000206"/>
                <a:gd name="connsiteX18" fmla="*/ 2827594 w 5120077"/>
                <a:gd name="connsiteY18" fmla="*/ 1153894 h 5000206"/>
                <a:gd name="connsiteX19" fmla="*/ 2827594 w 5120077"/>
                <a:gd name="connsiteY19" fmla="*/ 851684 h 5000206"/>
                <a:gd name="connsiteX20" fmla="*/ 4272906 w 5120077"/>
                <a:gd name="connsiteY20" fmla="*/ 2719893 h 5000206"/>
                <a:gd name="connsiteX21" fmla="*/ 3177414 w 5120077"/>
                <a:gd name="connsiteY21" fmla="*/ 4075260 h 5000206"/>
                <a:gd name="connsiteX22" fmla="*/ 3149797 w 5120077"/>
                <a:gd name="connsiteY22" fmla="*/ 4084418 h 5000206"/>
                <a:gd name="connsiteX23" fmla="*/ 3149797 w 5120077"/>
                <a:gd name="connsiteY23" fmla="*/ 4633891 h 5000206"/>
                <a:gd name="connsiteX24" fmla="*/ 3168209 w 5120077"/>
                <a:gd name="connsiteY24" fmla="*/ 4633891 h 5000206"/>
                <a:gd name="connsiteX25" fmla="*/ 3186620 w 5120077"/>
                <a:gd name="connsiteY25" fmla="*/ 4624733 h 5000206"/>
                <a:gd name="connsiteX26" fmla="*/ 4723990 w 5120077"/>
                <a:gd name="connsiteY26" fmla="*/ 1913998 h 5000206"/>
                <a:gd name="connsiteX27" fmla="*/ 2671095 w 5120077"/>
                <a:gd name="connsiteY27" fmla="*/ 302210 h 5000206"/>
                <a:gd name="connsiteX28" fmla="*/ 2588243 w 5120077"/>
                <a:gd name="connsiteY28" fmla="*/ 302210 h 5000206"/>
                <a:gd name="connsiteX29" fmla="*/ 2588243 w 5120077"/>
                <a:gd name="connsiteY29" fmla="*/ 5000207 h 5000206"/>
                <a:gd name="connsiteX30" fmla="*/ 2422538 w 5120077"/>
                <a:gd name="connsiteY30" fmla="*/ 4991049 h 5000206"/>
                <a:gd name="connsiteX31" fmla="*/ 1410 w 5120077"/>
                <a:gd name="connsiteY31" fmla="*/ 2408524 h 5000206"/>
                <a:gd name="connsiteX32" fmla="*/ 2477773 w 5120077"/>
                <a:gd name="connsiteY32" fmla="*/ 0 h 5000206"/>
                <a:gd name="connsiteX33" fmla="*/ 2588243 w 5120077"/>
                <a:gd name="connsiteY33" fmla="*/ 0 h 5000206"/>
                <a:gd name="connsiteX34" fmla="*/ 2680301 w 5120077"/>
                <a:gd name="connsiteY34" fmla="*/ 0 h 5000206"/>
                <a:gd name="connsiteX35" fmla="*/ 4410993 w 5120077"/>
                <a:gd name="connsiteY35" fmla="*/ 760105 h 5000206"/>
                <a:gd name="connsiteX36" fmla="*/ 5119840 w 5120077"/>
                <a:gd name="connsiteY36" fmla="*/ 2500103 h 5000206"/>
                <a:gd name="connsiteX37" fmla="*/ 2892034 w 5120077"/>
                <a:gd name="connsiteY37" fmla="*/ 4981891 h 5000206"/>
                <a:gd name="connsiteX38" fmla="*/ 2588243 w 5120077"/>
                <a:gd name="connsiteY38" fmla="*/ 5000207 h 5000206"/>
                <a:gd name="connsiteX39" fmla="*/ 2588243 w 5120077"/>
                <a:gd name="connsiteY39" fmla="*/ 5000207 h 500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120077" h="5000206">
                  <a:moveTo>
                    <a:pt x="2367303" y="4148523"/>
                  </a:moveTo>
                  <a:cubicBezTo>
                    <a:pt x="1446722" y="4038628"/>
                    <a:pt x="802316" y="3205261"/>
                    <a:pt x="912785" y="2298630"/>
                  </a:cubicBezTo>
                  <a:cubicBezTo>
                    <a:pt x="1004844" y="1538525"/>
                    <a:pt x="1603221" y="943262"/>
                    <a:pt x="2367303" y="851684"/>
                  </a:cubicBezTo>
                  <a:lnTo>
                    <a:pt x="2367303" y="1163052"/>
                  </a:lnTo>
                  <a:cubicBezTo>
                    <a:pt x="1621633" y="1282104"/>
                    <a:pt x="1106107" y="1968946"/>
                    <a:pt x="1225783" y="2710735"/>
                  </a:cubicBezTo>
                  <a:cubicBezTo>
                    <a:pt x="1317841" y="3296840"/>
                    <a:pt x="1778131" y="3754734"/>
                    <a:pt x="2367303" y="3846313"/>
                  </a:cubicBezTo>
                  <a:lnTo>
                    <a:pt x="2367303" y="4148523"/>
                  </a:lnTo>
                  <a:close/>
                  <a:moveTo>
                    <a:pt x="2588243" y="302210"/>
                  </a:moveTo>
                  <a:cubicBezTo>
                    <a:pt x="2551419" y="302210"/>
                    <a:pt x="2523802" y="302210"/>
                    <a:pt x="2486979" y="302210"/>
                  </a:cubicBezTo>
                  <a:cubicBezTo>
                    <a:pt x="1271812" y="366316"/>
                    <a:pt x="332820" y="1401157"/>
                    <a:pt x="397260" y="2609998"/>
                  </a:cubicBezTo>
                  <a:cubicBezTo>
                    <a:pt x="452495" y="3718102"/>
                    <a:pt x="1336253" y="4615576"/>
                    <a:pt x="2450156" y="4688839"/>
                  </a:cubicBezTo>
                  <a:lnTo>
                    <a:pt x="2588243" y="4688839"/>
                  </a:lnTo>
                  <a:cubicBezTo>
                    <a:pt x="2652683" y="4688839"/>
                    <a:pt x="2726330" y="4688839"/>
                    <a:pt x="2790770" y="4679681"/>
                  </a:cubicBezTo>
                  <a:lnTo>
                    <a:pt x="2827594" y="4679681"/>
                  </a:lnTo>
                  <a:lnTo>
                    <a:pt x="2827594" y="3837155"/>
                  </a:lnTo>
                  <a:cubicBezTo>
                    <a:pt x="2827594" y="3837155"/>
                    <a:pt x="2873623" y="3827997"/>
                    <a:pt x="2910446" y="3818839"/>
                  </a:cubicBezTo>
                  <a:lnTo>
                    <a:pt x="2984093" y="3800523"/>
                  </a:lnTo>
                  <a:cubicBezTo>
                    <a:pt x="3711351" y="3599050"/>
                    <a:pt x="4125612" y="2838945"/>
                    <a:pt x="3923085" y="2124630"/>
                  </a:cubicBezTo>
                  <a:cubicBezTo>
                    <a:pt x="3775792" y="1620946"/>
                    <a:pt x="3352325" y="1236315"/>
                    <a:pt x="2827594" y="1153894"/>
                  </a:cubicBezTo>
                  <a:lnTo>
                    <a:pt x="2827594" y="851684"/>
                  </a:lnTo>
                  <a:cubicBezTo>
                    <a:pt x="3738968" y="970736"/>
                    <a:pt x="4392581" y="1804104"/>
                    <a:pt x="4272906" y="2719893"/>
                  </a:cubicBezTo>
                  <a:cubicBezTo>
                    <a:pt x="4190053" y="3342629"/>
                    <a:pt x="3766586" y="3864629"/>
                    <a:pt x="3177414" y="4075260"/>
                  </a:cubicBezTo>
                  <a:lnTo>
                    <a:pt x="3149797" y="4084418"/>
                  </a:lnTo>
                  <a:lnTo>
                    <a:pt x="3149797" y="4633891"/>
                  </a:lnTo>
                  <a:lnTo>
                    <a:pt x="3168209" y="4633891"/>
                  </a:lnTo>
                  <a:lnTo>
                    <a:pt x="3186620" y="4624733"/>
                  </a:lnTo>
                  <a:cubicBezTo>
                    <a:pt x="4364964" y="4295050"/>
                    <a:pt x="5046193" y="3086208"/>
                    <a:pt x="4723990" y="1913998"/>
                  </a:cubicBezTo>
                  <a:cubicBezTo>
                    <a:pt x="4457022" y="989052"/>
                    <a:pt x="3628499" y="338842"/>
                    <a:pt x="2671095" y="302210"/>
                  </a:cubicBezTo>
                  <a:lnTo>
                    <a:pt x="2588243" y="302210"/>
                  </a:lnTo>
                  <a:close/>
                  <a:moveTo>
                    <a:pt x="2588243" y="5000207"/>
                  </a:moveTo>
                  <a:cubicBezTo>
                    <a:pt x="2533008" y="5000207"/>
                    <a:pt x="2477773" y="5000207"/>
                    <a:pt x="2422538" y="4991049"/>
                  </a:cubicBezTo>
                  <a:cubicBezTo>
                    <a:pt x="1041667" y="4954417"/>
                    <a:pt x="-44619" y="3791366"/>
                    <a:pt x="1410" y="2408524"/>
                  </a:cubicBezTo>
                  <a:cubicBezTo>
                    <a:pt x="47439" y="1080631"/>
                    <a:pt x="1133725" y="18316"/>
                    <a:pt x="2477773" y="0"/>
                  </a:cubicBezTo>
                  <a:lnTo>
                    <a:pt x="2588243" y="0"/>
                  </a:lnTo>
                  <a:lnTo>
                    <a:pt x="2680301" y="0"/>
                  </a:lnTo>
                  <a:cubicBezTo>
                    <a:pt x="3333913" y="18316"/>
                    <a:pt x="3959908" y="293052"/>
                    <a:pt x="4410993" y="760105"/>
                  </a:cubicBezTo>
                  <a:cubicBezTo>
                    <a:pt x="4871283" y="1227157"/>
                    <a:pt x="5129046" y="1849893"/>
                    <a:pt x="5119840" y="2500103"/>
                  </a:cubicBezTo>
                  <a:cubicBezTo>
                    <a:pt x="5110634" y="3773050"/>
                    <a:pt x="4153230" y="4835365"/>
                    <a:pt x="2892034" y="4981891"/>
                  </a:cubicBezTo>
                  <a:cubicBezTo>
                    <a:pt x="2790770" y="5000207"/>
                    <a:pt x="2689507" y="5000207"/>
                    <a:pt x="2588243" y="5000207"/>
                  </a:cubicBezTo>
                  <a:lnTo>
                    <a:pt x="2588243" y="5000207"/>
                  </a:lnTo>
                  <a:close/>
                </a:path>
              </a:pathLst>
            </a:custGeom>
            <a:solidFill>
              <a:srgbClr val="A9C23F"/>
            </a:solidFill>
            <a:ln w="92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D56046C7-3900-4C72-9D74-D0AA0C0F88C2}"/>
              </a:ext>
            </a:extLst>
          </p:cNvPr>
          <p:cNvPicPr>
            <a:picLocks/>
          </p:cNvPicPr>
          <p:nvPr userDrawn="1"/>
        </p:nvPicPr>
        <p:blipFill>
          <a:blip r:embed="rId11" cstate="email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133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Layou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02494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2514600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B82314B-0545-474F-8140-2300C129422D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67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A3FF6C-7A2F-4110-B6F8-206126BB27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33938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A3FF6C-7A2F-4110-B6F8-206126BB2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9523" y="6371679"/>
            <a:ext cx="1471876" cy="360553"/>
          </a:xfrm>
          <a:prstGeom prst="rect">
            <a:avLst/>
          </a:prstGeom>
        </p:spPr>
      </p:pic>
      <p:sp>
        <p:nvSpPr>
          <p:cNvPr id="17" name="Slide Number Placeholder 4"/>
          <p:cNvSpPr txBox="1">
            <a:spLocks/>
          </p:cNvSpPr>
          <p:nvPr userDrawn="1"/>
        </p:nvSpPr>
        <p:spPr>
          <a:xfrm>
            <a:off x="614559" y="6356356"/>
            <a:ext cx="9148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1F04C-B2C5-4039-B4B7-CF4ACFDFB803}" type="slidenum">
              <a:rPr lang="en-US" sz="12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US" sz="12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 userDrawn="1"/>
        </p:nvSpPr>
        <p:spPr>
          <a:xfrm>
            <a:off x="830985" y="1178644"/>
            <a:ext cx="10515600" cy="211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Type here</a:t>
            </a:r>
          </a:p>
        </p:txBody>
      </p:sp>
    </p:spTree>
    <p:extLst>
      <p:ext uri="{BB962C8B-B14F-4D97-AF65-F5344CB8AC3E}">
        <p14:creationId xmlns:p14="http://schemas.microsoft.com/office/powerpoint/2010/main" val="5580096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1032669"/>
              </p:ext>
            </p:extLst>
          </p:nvPr>
        </p:nvGraphicFramePr>
        <p:xfrm>
          <a:off x="1620" y="1622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0" y="1622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"/>
          <p:cNvSpPr txBox="1">
            <a:spLocks/>
          </p:cNvSpPr>
          <p:nvPr userDrawn="1"/>
        </p:nvSpPr>
        <p:spPr bwMode="gray">
          <a:xfrm>
            <a:off x="11681336" y="6640500"/>
            <a:ext cx="128240" cy="12554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fld id="{42C328C1-A84F-4A39-A664-DBA00541A8C6}" type="slidenum">
              <a:rPr lang="en-US" sz="816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endParaRPr lang="en-US" sz="816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SlideLogoText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10515277" y="6640500"/>
            <a:ext cx="1029128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 defTabSz="913572"/>
            <a:r>
              <a:rPr lang="en-US" sz="816" dirty="0">
                <a:solidFill>
                  <a:schemeClr val="tx1"/>
                </a:solidFill>
                <a:latin typeface="+mn-lt"/>
              </a:rPr>
              <a:t>McKinsey &amp; Company</a:t>
            </a:r>
          </a:p>
        </p:txBody>
      </p:sp>
      <p:sp>
        <p:nvSpPr>
          <p:cNvPr id="6" name="Title Placeholder 3"/>
          <p:cNvSpPr>
            <a:spLocks noGrp="1"/>
          </p:cNvSpPr>
          <p:nvPr>
            <p:ph type="title"/>
          </p:nvPr>
        </p:nvSpPr>
        <p:spPr>
          <a:xfrm>
            <a:off x="332057" y="214584"/>
            <a:ext cx="11510806" cy="3847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doc id" hidden="1"/>
          <p:cNvSpPr txBox="1">
            <a:spLocks noChangeArrowheads="1"/>
          </p:cNvSpPr>
          <p:nvPr userDrawn="1"/>
        </p:nvSpPr>
        <p:spPr bwMode="auto">
          <a:xfrm>
            <a:off x="11473501" y="37257"/>
            <a:ext cx="401720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 lang="x-none"/>
            </a:pPr>
            <a:r>
              <a:rPr lang="en-US" sz="816" dirty="0">
                <a:solidFill>
                  <a:schemeClr val="accent6"/>
                </a:solidFill>
                <a:latin typeface="+mn-lt"/>
              </a:rPr>
              <a:t>ESC-AAA123-20170802-</a:t>
            </a:r>
          </a:p>
        </p:txBody>
      </p:sp>
    </p:spTree>
    <p:extLst>
      <p:ext uri="{BB962C8B-B14F-4D97-AF65-F5344CB8AC3E}">
        <p14:creationId xmlns:p14="http://schemas.microsoft.com/office/powerpoint/2010/main" val="159377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74AF67-BBA0-48F4-BB9F-5296344335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7681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74AF67-BBA0-48F4-BB9F-529634433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3B3A326-7FEB-4166-B227-F950E4A2EAC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BBF16F-8D46-49E7-BED0-2410C368FFD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 bwMode="ltGray">
          <a:xfrm>
            <a:off x="1" y="-27293"/>
            <a:ext cx="12192000" cy="68852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DF1ED79-53B9-47B0-9251-213DE2E68D1D}"/>
              </a:ext>
            </a:extLst>
          </p:cNvPr>
          <p:cNvSpPr/>
          <p:nvPr userDrawn="1"/>
        </p:nvSpPr>
        <p:spPr bwMode="ltGray">
          <a:xfrm rot="10800000" flipH="1">
            <a:off x="0" y="-27292"/>
            <a:ext cx="10082463" cy="6885292"/>
          </a:xfrm>
          <a:prstGeom prst="rect">
            <a:avLst/>
          </a:prstGeom>
          <a:gradFill flip="none" rotWithShape="1">
            <a:gsLst>
              <a:gs pos="57000">
                <a:srgbClr val="051C2C">
                  <a:alpha val="69000"/>
                </a:srgbClr>
              </a:gs>
              <a:gs pos="0">
                <a:srgbClr val="051C2C"/>
              </a:gs>
              <a:gs pos="100000">
                <a:srgbClr val="051C2C">
                  <a:alpha val="0"/>
                </a:srgbClr>
              </a:gs>
            </a:gsLst>
            <a:lin ang="0" scaled="1"/>
            <a:tileRect/>
          </a:gra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9AF8CAE-CF0A-429D-A7DD-C3DC06A8EA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ltGray">
          <a:xfrm>
            <a:off x="551942" y="443314"/>
            <a:ext cx="2175309" cy="1167239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B59723A7-48C8-4FB8-9FFD-973069780836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1" y="5934707"/>
            <a:ext cx="5665978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85C39AF-2C26-471B-B4F6-84D62387BE41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2" y="5059220"/>
            <a:ext cx="566597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B10D5EBA-CFB8-4E5D-8641-1C94A52BCC62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51942" y="3445069"/>
            <a:ext cx="5665978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59998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9017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F1843898-E38E-45AA-8F18-04C20BD27A01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83878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39C1C99A-053B-499E-B4C7-525A6B2B7BA3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43869"/>
            <a:ext cx="110825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/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3FEDE224-ADFC-402D-AFF5-633ECD0E59D1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5. Source" hidden="1">
            <a:extLst>
              <a:ext uri="{FF2B5EF4-FFF2-40B4-BE49-F238E27FC236}">
                <a16:creationId xmlns:a16="http://schemas.microsoft.com/office/drawing/2014/main" id="{E74D83EA-BEA6-4FD8-9F5F-2E9B383B4E5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8" name="1. On-page tracker">
            <a:extLst>
              <a:ext uri="{FF2B5EF4-FFF2-40B4-BE49-F238E27FC236}">
                <a16:creationId xmlns:a16="http://schemas.microsoft.com/office/drawing/2014/main" id="{DBBF60B7-3AA1-4EBA-8F27-79003246C82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8684361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EDB0C68-81D8-4BCB-8FED-587D098337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11014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EDB0C68-81D8-4BCB-8FED-587D09833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8EAA134-9792-4D41-898E-A83D3A4E3D6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D7A1DE9F-2349-40AE-B80B-3136806D818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7F64BAFE-87B1-4A05-A06D-76492D0650D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8E4163FA-BDC9-4709-9F6A-FF0978BD769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048314A0-D7C9-42CB-80F5-69E1E352DA2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890965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10AAB5F-CF0A-4C58-81CA-92C1A8CB90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89025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10AAB5F-CF0A-4C58-81CA-92C1A8CB9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A53433-5DFE-4583-A5C0-DE3F3C3DDE8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46024719-0AD7-45C9-A1C4-69C2E1D51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236640"/>
            <a:ext cx="5065776" cy="384721"/>
          </a:xfrm>
          <a:prstGeom prst="rect">
            <a:avLst/>
          </a:prstGeom>
        </p:spPr>
        <p:txBody>
          <a:bodyPr rIns="365760" anchor="ctr">
            <a:sp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EA00624-07B6-4AFD-A5BD-A51F88DB679C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515DA342-C58F-4BBF-A79A-A8C74A8EA2A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8151F41-A4A0-4925-AF11-9764AA4CF0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087824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98064E9-3153-4628-A7D5-81F8DEADB0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3160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98064E9-3153-4628-A7D5-81F8DEADB0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4FCABF2-1291-4CAB-A39C-0FDD2FD8A1F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678C8A-81B2-478D-A600-F19DD35C3CA1}"/>
              </a:ext>
            </a:extLst>
          </p:cNvPr>
          <p:cNvSpPr>
            <a:spLocks/>
          </p:cNvSpPr>
          <p:nvPr userDrawn="1"/>
        </p:nvSpPr>
        <p:spPr bwMode="ltGray">
          <a:xfrm>
            <a:off x="0" y="-11165"/>
            <a:ext cx="12192000" cy="6869165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 defTabSz="457200"/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F3E6AD-C9B1-4092-B6B0-08413A8CAE03}"/>
              </a:ext>
            </a:extLst>
          </p:cNvPr>
          <p:cNvSpPr/>
          <p:nvPr userDrawn="1"/>
        </p:nvSpPr>
        <p:spPr bwMode="ltGray">
          <a:xfrm rot="5400000">
            <a:off x="-2513780" y="3176396"/>
            <a:ext cx="6866467" cy="496742"/>
          </a:xfrm>
          <a:custGeom>
            <a:avLst/>
            <a:gdLst>
              <a:gd name="connsiteX0" fmla="*/ 0 w 6866467"/>
              <a:gd name="connsiteY0" fmla="*/ 486932 h 496742"/>
              <a:gd name="connsiteX1" fmla="*/ 0 w 6866467"/>
              <a:gd name="connsiteY1" fmla="*/ 440728 h 496742"/>
              <a:gd name="connsiteX2" fmla="*/ 3429675 w 6866467"/>
              <a:gd name="connsiteY2" fmla="*/ 0 h 496742"/>
              <a:gd name="connsiteX3" fmla="*/ 6866467 w 6866467"/>
              <a:gd name="connsiteY3" fmla="*/ 450941 h 496742"/>
              <a:gd name="connsiteX4" fmla="*/ 6866467 w 6866467"/>
              <a:gd name="connsiteY4" fmla="*/ 496742 h 496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6467" h="496742">
                <a:moveTo>
                  <a:pt x="0" y="486932"/>
                </a:moveTo>
                <a:lnTo>
                  <a:pt x="0" y="440728"/>
                </a:lnTo>
                <a:lnTo>
                  <a:pt x="3429675" y="0"/>
                </a:lnTo>
                <a:lnTo>
                  <a:pt x="6866467" y="450941"/>
                </a:lnTo>
                <a:lnTo>
                  <a:pt x="6866467" y="49674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 defTabSz="457200"/>
            <a:endParaRPr lang="en-US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52EBDE-D369-4FB8-8771-611BA231B5D1}"/>
              </a:ext>
            </a:extLst>
          </p:cNvPr>
          <p:cNvSpPr/>
          <p:nvPr userDrawn="1"/>
        </p:nvSpPr>
        <p:spPr bwMode="ltGray">
          <a:xfrm rot="5400000">
            <a:off x="-3082307" y="3071142"/>
            <a:ext cx="6869165" cy="70455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0032EA-AA79-4C36-8C0D-B0EE8D62AEB7}"/>
              </a:ext>
            </a:extLst>
          </p:cNvPr>
          <p:cNvGrpSpPr/>
          <p:nvPr userDrawn="1"/>
        </p:nvGrpSpPr>
        <p:grpSpPr bwMode="ltGray">
          <a:xfrm>
            <a:off x="703665" y="2979335"/>
            <a:ext cx="920891" cy="899331"/>
            <a:chOff x="-2884309" y="-6789249"/>
            <a:chExt cx="5120077" cy="500020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B641084-835A-4F4E-A5C9-1CD252BA6380}"/>
                </a:ext>
              </a:extLst>
            </p:cNvPr>
            <p:cNvSpPr/>
            <p:nvPr userDrawn="1"/>
          </p:nvSpPr>
          <p:spPr bwMode="ltGray">
            <a:xfrm>
              <a:off x="-2717252" y="-6651939"/>
              <a:ext cx="4833167" cy="4798850"/>
            </a:xfrm>
            <a:custGeom>
              <a:avLst/>
              <a:gdLst>
                <a:gd name="connsiteX0" fmla="*/ 2393568 w 4833167"/>
                <a:gd name="connsiteY0" fmla="*/ 59 h 4798850"/>
                <a:gd name="connsiteX1" fmla="*/ 2411980 w 4833167"/>
                <a:gd name="connsiteY1" fmla="*/ 59 h 4798850"/>
                <a:gd name="connsiteX2" fmla="*/ 4833108 w 4833167"/>
                <a:gd name="connsiteY2" fmla="*/ 2381110 h 4798850"/>
                <a:gd name="connsiteX3" fmla="*/ 2439597 w 4833167"/>
                <a:gd name="connsiteY3" fmla="*/ 4798792 h 4798850"/>
                <a:gd name="connsiteX4" fmla="*/ 59 w 4833167"/>
                <a:gd name="connsiteY4" fmla="*/ 2417741 h 4798850"/>
                <a:gd name="connsiteX5" fmla="*/ 2393568 w 4833167"/>
                <a:gd name="connsiteY5" fmla="*/ 59 h 479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33167" h="4798850">
                  <a:moveTo>
                    <a:pt x="2393568" y="59"/>
                  </a:moveTo>
                  <a:cubicBezTo>
                    <a:pt x="2402774" y="59"/>
                    <a:pt x="2402774" y="59"/>
                    <a:pt x="2411980" y="59"/>
                  </a:cubicBezTo>
                  <a:cubicBezTo>
                    <a:pt x="3746823" y="-9099"/>
                    <a:pt x="4823901" y="1053216"/>
                    <a:pt x="4833108" y="2381110"/>
                  </a:cubicBezTo>
                  <a:cubicBezTo>
                    <a:pt x="4842313" y="3709003"/>
                    <a:pt x="3774439" y="4789634"/>
                    <a:pt x="2439597" y="4798792"/>
                  </a:cubicBezTo>
                  <a:cubicBezTo>
                    <a:pt x="1104755" y="4807950"/>
                    <a:pt x="18469" y="3736477"/>
                    <a:pt x="59" y="2417741"/>
                  </a:cubicBezTo>
                  <a:cubicBezTo>
                    <a:pt x="-9148" y="1089847"/>
                    <a:pt x="1067931" y="9217"/>
                    <a:pt x="2393568" y="59"/>
                  </a:cubicBezTo>
                  <a:close/>
                </a:path>
              </a:pathLst>
            </a:custGeom>
            <a:solidFill>
              <a:srgbClr val="043074"/>
            </a:solidFill>
            <a:ln w="9201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90BF26-A1CC-4B55-899A-AB168458E525}"/>
                </a:ext>
              </a:extLst>
            </p:cNvPr>
            <p:cNvSpPr/>
            <p:nvPr/>
          </p:nvSpPr>
          <p:spPr bwMode="ltGray">
            <a:xfrm>
              <a:off x="-2884309" y="-6789249"/>
              <a:ext cx="5120077" cy="5000206"/>
            </a:xfrm>
            <a:custGeom>
              <a:avLst/>
              <a:gdLst>
                <a:gd name="connsiteX0" fmla="*/ 2367303 w 5120077"/>
                <a:gd name="connsiteY0" fmla="*/ 4148523 h 5000206"/>
                <a:gd name="connsiteX1" fmla="*/ 912785 w 5120077"/>
                <a:gd name="connsiteY1" fmla="*/ 2298630 h 5000206"/>
                <a:gd name="connsiteX2" fmla="*/ 2367303 w 5120077"/>
                <a:gd name="connsiteY2" fmla="*/ 851684 h 5000206"/>
                <a:gd name="connsiteX3" fmla="*/ 2367303 w 5120077"/>
                <a:gd name="connsiteY3" fmla="*/ 1163052 h 5000206"/>
                <a:gd name="connsiteX4" fmla="*/ 1225783 w 5120077"/>
                <a:gd name="connsiteY4" fmla="*/ 2710735 h 5000206"/>
                <a:gd name="connsiteX5" fmla="*/ 2367303 w 5120077"/>
                <a:gd name="connsiteY5" fmla="*/ 3846313 h 5000206"/>
                <a:gd name="connsiteX6" fmla="*/ 2367303 w 5120077"/>
                <a:gd name="connsiteY6" fmla="*/ 4148523 h 5000206"/>
                <a:gd name="connsiteX7" fmla="*/ 2588243 w 5120077"/>
                <a:gd name="connsiteY7" fmla="*/ 302210 h 5000206"/>
                <a:gd name="connsiteX8" fmla="*/ 2486979 w 5120077"/>
                <a:gd name="connsiteY8" fmla="*/ 302210 h 5000206"/>
                <a:gd name="connsiteX9" fmla="*/ 397260 w 5120077"/>
                <a:gd name="connsiteY9" fmla="*/ 2609998 h 5000206"/>
                <a:gd name="connsiteX10" fmla="*/ 2450156 w 5120077"/>
                <a:gd name="connsiteY10" fmla="*/ 4688839 h 5000206"/>
                <a:gd name="connsiteX11" fmla="*/ 2588243 w 5120077"/>
                <a:gd name="connsiteY11" fmla="*/ 4688839 h 5000206"/>
                <a:gd name="connsiteX12" fmla="*/ 2790770 w 5120077"/>
                <a:gd name="connsiteY12" fmla="*/ 4679681 h 5000206"/>
                <a:gd name="connsiteX13" fmla="*/ 2827594 w 5120077"/>
                <a:gd name="connsiteY13" fmla="*/ 4679681 h 5000206"/>
                <a:gd name="connsiteX14" fmla="*/ 2827594 w 5120077"/>
                <a:gd name="connsiteY14" fmla="*/ 3837155 h 5000206"/>
                <a:gd name="connsiteX15" fmla="*/ 2910446 w 5120077"/>
                <a:gd name="connsiteY15" fmla="*/ 3818839 h 5000206"/>
                <a:gd name="connsiteX16" fmla="*/ 2984093 w 5120077"/>
                <a:gd name="connsiteY16" fmla="*/ 3800523 h 5000206"/>
                <a:gd name="connsiteX17" fmla="*/ 3923085 w 5120077"/>
                <a:gd name="connsiteY17" fmla="*/ 2124630 h 5000206"/>
                <a:gd name="connsiteX18" fmla="*/ 2827594 w 5120077"/>
                <a:gd name="connsiteY18" fmla="*/ 1153894 h 5000206"/>
                <a:gd name="connsiteX19" fmla="*/ 2827594 w 5120077"/>
                <a:gd name="connsiteY19" fmla="*/ 851684 h 5000206"/>
                <a:gd name="connsiteX20" fmla="*/ 4272906 w 5120077"/>
                <a:gd name="connsiteY20" fmla="*/ 2719893 h 5000206"/>
                <a:gd name="connsiteX21" fmla="*/ 3177414 w 5120077"/>
                <a:gd name="connsiteY21" fmla="*/ 4075260 h 5000206"/>
                <a:gd name="connsiteX22" fmla="*/ 3149797 w 5120077"/>
                <a:gd name="connsiteY22" fmla="*/ 4084418 h 5000206"/>
                <a:gd name="connsiteX23" fmla="*/ 3149797 w 5120077"/>
                <a:gd name="connsiteY23" fmla="*/ 4633891 h 5000206"/>
                <a:gd name="connsiteX24" fmla="*/ 3168209 w 5120077"/>
                <a:gd name="connsiteY24" fmla="*/ 4633891 h 5000206"/>
                <a:gd name="connsiteX25" fmla="*/ 3186620 w 5120077"/>
                <a:gd name="connsiteY25" fmla="*/ 4624733 h 5000206"/>
                <a:gd name="connsiteX26" fmla="*/ 4723990 w 5120077"/>
                <a:gd name="connsiteY26" fmla="*/ 1913998 h 5000206"/>
                <a:gd name="connsiteX27" fmla="*/ 2671095 w 5120077"/>
                <a:gd name="connsiteY27" fmla="*/ 302210 h 5000206"/>
                <a:gd name="connsiteX28" fmla="*/ 2588243 w 5120077"/>
                <a:gd name="connsiteY28" fmla="*/ 302210 h 5000206"/>
                <a:gd name="connsiteX29" fmla="*/ 2588243 w 5120077"/>
                <a:gd name="connsiteY29" fmla="*/ 5000207 h 5000206"/>
                <a:gd name="connsiteX30" fmla="*/ 2422538 w 5120077"/>
                <a:gd name="connsiteY30" fmla="*/ 4991049 h 5000206"/>
                <a:gd name="connsiteX31" fmla="*/ 1410 w 5120077"/>
                <a:gd name="connsiteY31" fmla="*/ 2408524 h 5000206"/>
                <a:gd name="connsiteX32" fmla="*/ 2477773 w 5120077"/>
                <a:gd name="connsiteY32" fmla="*/ 0 h 5000206"/>
                <a:gd name="connsiteX33" fmla="*/ 2588243 w 5120077"/>
                <a:gd name="connsiteY33" fmla="*/ 0 h 5000206"/>
                <a:gd name="connsiteX34" fmla="*/ 2680301 w 5120077"/>
                <a:gd name="connsiteY34" fmla="*/ 0 h 5000206"/>
                <a:gd name="connsiteX35" fmla="*/ 4410993 w 5120077"/>
                <a:gd name="connsiteY35" fmla="*/ 760105 h 5000206"/>
                <a:gd name="connsiteX36" fmla="*/ 5119840 w 5120077"/>
                <a:gd name="connsiteY36" fmla="*/ 2500103 h 5000206"/>
                <a:gd name="connsiteX37" fmla="*/ 2892034 w 5120077"/>
                <a:gd name="connsiteY37" fmla="*/ 4981891 h 5000206"/>
                <a:gd name="connsiteX38" fmla="*/ 2588243 w 5120077"/>
                <a:gd name="connsiteY38" fmla="*/ 5000207 h 5000206"/>
                <a:gd name="connsiteX39" fmla="*/ 2588243 w 5120077"/>
                <a:gd name="connsiteY39" fmla="*/ 5000207 h 500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120077" h="5000206">
                  <a:moveTo>
                    <a:pt x="2367303" y="4148523"/>
                  </a:moveTo>
                  <a:cubicBezTo>
                    <a:pt x="1446722" y="4038628"/>
                    <a:pt x="802316" y="3205261"/>
                    <a:pt x="912785" y="2298630"/>
                  </a:cubicBezTo>
                  <a:cubicBezTo>
                    <a:pt x="1004844" y="1538525"/>
                    <a:pt x="1603221" y="943262"/>
                    <a:pt x="2367303" y="851684"/>
                  </a:cubicBezTo>
                  <a:lnTo>
                    <a:pt x="2367303" y="1163052"/>
                  </a:lnTo>
                  <a:cubicBezTo>
                    <a:pt x="1621633" y="1282104"/>
                    <a:pt x="1106107" y="1968946"/>
                    <a:pt x="1225783" y="2710735"/>
                  </a:cubicBezTo>
                  <a:cubicBezTo>
                    <a:pt x="1317841" y="3296840"/>
                    <a:pt x="1778131" y="3754734"/>
                    <a:pt x="2367303" y="3846313"/>
                  </a:cubicBezTo>
                  <a:lnTo>
                    <a:pt x="2367303" y="4148523"/>
                  </a:lnTo>
                  <a:close/>
                  <a:moveTo>
                    <a:pt x="2588243" y="302210"/>
                  </a:moveTo>
                  <a:cubicBezTo>
                    <a:pt x="2551419" y="302210"/>
                    <a:pt x="2523802" y="302210"/>
                    <a:pt x="2486979" y="302210"/>
                  </a:cubicBezTo>
                  <a:cubicBezTo>
                    <a:pt x="1271812" y="366316"/>
                    <a:pt x="332820" y="1401157"/>
                    <a:pt x="397260" y="2609998"/>
                  </a:cubicBezTo>
                  <a:cubicBezTo>
                    <a:pt x="452495" y="3718102"/>
                    <a:pt x="1336253" y="4615576"/>
                    <a:pt x="2450156" y="4688839"/>
                  </a:cubicBezTo>
                  <a:lnTo>
                    <a:pt x="2588243" y="4688839"/>
                  </a:lnTo>
                  <a:cubicBezTo>
                    <a:pt x="2652683" y="4688839"/>
                    <a:pt x="2726330" y="4688839"/>
                    <a:pt x="2790770" y="4679681"/>
                  </a:cubicBezTo>
                  <a:lnTo>
                    <a:pt x="2827594" y="4679681"/>
                  </a:lnTo>
                  <a:lnTo>
                    <a:pt x="2827594" y="3837155"/>
                  </a:lnTo>
                  <a:cubicBezTo>
                    <a:pt x="2827594" y="3837155"/>
                    <a:pt x="2873623" y="3827997"/>
                    <a:pt x="2910446" y="3818839"/>
                  </a:cubicBezTo>
                  <a:lnTo>
                    <a:pt x="2984093" y="3800523"/>
                  </a:lnTo>
                  <a:cubicBezTo>
                    <a:pt x="3711351" y="3599050"/>
                    <a:pt x="4125612" y="2838945"/>
                    <a:pt x="3923085" y="2124630"/>
                  </a:cubicBezTo>
                  <a:cubicBezTo>
                    <a:pt x="3775792" y="1620946"/>
                    <a:pt x="3352325" y="1236315"/>
                    <a:pt x="2827594" y="1153894"/>
                  </a:cubicBezTo>
                  <a:lnTo>
                    <a:pt x="2827594" y="851684"/>
                  </a:lnTo>
                  <a:cubicBezTo>
                    <a:pt x="3738968" y="970736"/>
                    <a:pt x="4392581" y="1804104"/>
                    <a:pt x="4272906" y="2719893"/>
                  </a:cubicBezTo>
                  <a:cubicBezTo>
                    <a:pt x="4190053" y="3342629"/>
                    <a:pt x="3766586" y="3864629"/>
                    <a:pt x="3177414" y="4075260"/>
                  </a:cubicBezTo>
                  <a:lnTo>
                    <a:pt x="3149797" y="4084418"/>
                  </a:lnTo>
                  <a:lnTo>
                    <a:pt x="3149797" y="4633891"/>
                  </a:lnTo>
                  <a:lnTo>
                    <a:pt x="3168209" y="4633891"/>
                  </a:lnTo>
                  <a:lnTo>
                    <a:pt x="3186620" y="4624733"/>
                  </a:lnTo>
                  <a:cubicBezTo>
                    <a:pt x="4364964" y="4295050"/>
                    <a:pt x="5046193" y="3086208"/>
                    <a:pt x="4723990" y="1913998"/>
                  </a:cubicBezTo>
                  <a:cubicBezTo>
                    <a:pt x="4457022" y="989052"/>
                    <a:pt x="3628499" y="338842"/>
                    <a:pt x="2671095" y="302210"/>
                  </a:cubicBezTo>
                  <a:lnTo>
                    <a:pt x="2588243" y="302210"/>
                  </a:lnTo>
                  <a:close/>
                  <a:moveTo>
                    <a:pt x="2588243" y="5000207"/>
                  </a:moveTo>
                  <a:cubicBezTo>
                    <a:pt x="2533008" y="5000207"/>
                    <a:pt x="2477773" y="5000207"/>
                    <a:pt x="2422538" y="4991049"/>
                  </a:cubicBezTo>
                  <a:cubicBezTo>
                    <a:pt x="1041667" y="4954417"/>
                    <a:pt x="-44619" y="3791366"/>
                    <a:pt x="1410" y="2408524"/>
                  </a:cubicBezTo>
                  <a:cubicBezTo>
                    <a:pt x="47439" y="1080631"/>
                    <a:pt x="1133725" y="18316"/>
                    <a:pt x="2477773" y="0"/>
                  </a:cubicBezTo>
                  <a:lnTo>
                    <a:pt x="2588243" y="0"/>
                  </a:lnTo>
                  <a:lnTo>
                    <a:pt x="2680301" y="0"/>
                  </a:lnTo>
                  <a:cubicBezTo>
                    <a:pt x="3333913" y="18316"/>
                    <a:pt x="3959908" y="293052"/>
                    <a:pt x="4410993" y="760105"/>
                  </a:cubicBezTo>
                  <a:cubicBezTo>
                    <a:pt x="4871283" y="1227157"/>
                    <a:pt x="5129046" y="1849893"/>
                    <a:pt x="5119840" y="2500103"/>
                  </a:cubicBezTo>
                  <a:cubicBezTo>
                    <a:pt x="5110634" y="3773050"/>
                    <a:pt x="4153230" y="4835365"/>
                    <a:pt x="2892034" y="4981891"/>
                  </a:cubicBezTo>
                  <a:cubicBezTo>
                    <a:pt x="2790770" y="5000207"/>
                    <a:pt x="2689507" y="5000207"/>
                    <a:pt x="2588243" y="5000207"/>
                  </a:cubicBezTo>
                  <a:lnTo>
                    <a:pt x="2588243" y="5000207"/>
                  </a:lnTo>
                  <a:close/>
                </a:path>
              </a:pathLst>
            </a:custGeom>
            <a:solidFill>
              <a:srgbClr val="A9C23F"/>
            </a:solidFill>
            <a:ln w="9201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2. Slide Title">
            <a:extLst>
              <a:ext uri="{FF2B5EF4-FFF2-40B4-BE49-F238E27FC236}">
                <a16:creationId xmlns:a16="http://schemas.microsoft.com/office/drawing/2014/main" id="{DE54A451-4B0D-4D6F-9C3A-CF9BCA0EA3A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ltGray">
          <a:xfrm>
            <a:off x="1953928" y="3090446"/>
            <a:ext cx="9683335" cy="67710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D8F0FDF6-CF13-4D78-9E79-0C9FAB44F11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lt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C1F67009-3CCF-4BFE-B2F7-F24BF3608E3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 bwMode="ltGray">
          <a:xfrm>
            <a:off x="10831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29" name="5. Source" hidden="1">
            <a:extLst>
              <a:ext uri="{FF2B5EF4-FFF2-40B4-BE49-F238E27FC236}">
                <a16:creationId xmlns:a16="http://schemas.microsoft.com/office/drawing/2014/main" id="{13E4D740-11E2-4C39-B8BC-8747A27E4D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ltGray">
          <a:xfrm>
            <a:off x="10831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6590D42-3A52-49BB-B510-9A61DF8FFB87}"/>
              </a:ext>
            </a:extLst>
          </p:cNvPr>
          <p:cNvSpPr>
            <a:spLocks/>
          </p:cNvSpPr>
          <p:nvPr userDrawn="1"/>
        </p:nvSpPr>
        <p:spPr>
          <a:xfrm>
            <a:off x="10069848" y="6422935"/>
            <a:ext cx="1225647" cy="288055"/>
          </a:xfrm>
          <a:custGeom>
            <a:avLst/>
            <a:gdLst>
              <a:gd name="connsiteX0" fmla="*/ 290113 w 1225647"/>
              <a:gd name="connsiteY0" fmla="*/ 142928 h 288055"/>
              <a:gd name="connsiteX1" fmla="*/ 146440 w 1225647"/>
              <a:gd name="connsiteY1" fmla="*/ 288052 h 288055"/>
              <a:gd name="connsiteX2" fmla="*/ 4 w 1225647"/>
              <a:gd name="connsiteY2" fmla="*/ 145127 h 288055"/>
              <a:gd name="connsiteX3" fmla="*/ 143677 w 1225647"/>
              <a:gd name="connsiteY3" fmla="*/ 4 h 288055"/>
              <a:gd name="connsiteX4" fmla="*/ 144782 w 1225647"/>
              <a:gd name="connsiteY4" fmla="*/ 4 h 288055"/>
              <a:gd name="connsiteX5" fmla="*/ 290113 w 1225647"/>
              <a:gd name="connsiteY5" fmla="*/ 142928 h 288055"/>
              <a:gd name="connsiteX6" fmla="*/ 358634 w 1225647"/>
              <a:gd name="connsiteY6" fmla="*/ 144028 h 288055"/>
              <a:gd name="connsiteX7" fmla="*/ 403394 w 1225647"/>
              <a:gd name="connsiteY7" fmla="*/ 97852 h 288055"/>
              <a:gd name="connsiteX8" fmla="*/ 405052 w 1225647"/>
              <a:gd name="connsiteY8" fmla="*/ 97852 h 288055"/>
              <a:gd name="connsiteX9" fmla="*/ 441523 w 1225647"/>
              <a:gd name="connsiteY9" fmla="*/ 115443 h 288055"/>
              <a:gd name="connsiteX10" fmla="*/ 430471 w 1225647"/>
              <a:gd name="connsiteY10" fmla="*/ 123139 h 288055"/>
              <a:gd name="connsiteX11" fmla="*/ 404499 w 1225647"/>
              <a:gd name="connsiteY11" fmla="*/ 111045 h 288055"/>
              <a:gd name="connsiteX12" fmla="*/ 373002 w 1225647"/>
              <a:gd name="connsiteY12" fmla="*/ 144578 h 288055"/>
              <a:gd name="connsiteX13" fmla="*/ 402841 w 1225647"/>
              <a:gd name="connsiteY13" fmla="*/ 178110 h 288055"/>
              <a:gd name="connsiteX14" fmla="*/ 405052 w 1225647"/>
              <a:gd name="connsiteY14" fmla="*/ 178110 h 288055"/>
              <a:gd name="connsiteX15" fmla="*/ 432681 w 1225647"/>
              <a:gd name="connsiteY15" fmla="*/ 164917 h 288055"/>
              <a:gd name="connsiteX16" fmla="*/ 443733 w 1225647"/>
              <a:gd name="connsiteY16" fmla="*/ 172613 h 288055"/>
              <a:gd name="connsiteX17" fmla="*/ 376870 w 1225647"/>
              <a:gd name="connsiteY17" fmla="*/ 181408 h 288055"/>
              <a:gd name="connsiteX18" fmla="*/ 358634 w 1225647"/>
              <a:gd name="connsiteY18" fmla="*/ 144028 h 288055"/>
              <a:gd name="connsiteX19" fmla="*/ 478546 w 1225647"/>
              <a:gd name="connsiteY19" fmla="*/ 144028 h 288055"/>
              <a:gd name="connsiteX20" fmla="*/ 524964 w 1225647"/>
              <a:gd name="connsiteY20" fmla="*/ 96203 h 288055"/>
              <a:gd name="connsiteX21" fmla="*/ 573039 w 1225647"/>
              <a:gd name="connsiteY21" fmla="*/ 142379 h 288055"/>
              <a:gd name="connsiteX22" fmla="*/ 526622 w 1225647"/>
              <a:gd name="connsiteY22" fmla="*/ 190204 h 288055"/>
              <a:gd name="connsiteX23" fmla="*/ 526069 w 1225647"/>
              <a:gd name="connsiteY23" fmla="*/ 190204 h 288055"/>
              <a:gd name="connsiteX24" fmla="*/ 479099 w 1225647"/>
              <a:gd name="connsiteY24" fmla="*/ 145677 h 288055"/>
              <a:gd name="connsiteX25" fmla="*/ 478546 w 1225647"/>
              <a:gd name="connsiteY25" fmla="*/ 144028 h 288055"/>
              <a:gd name="connsiteX26" fmla="*/ 558119 w 1225647"/>
              <a:gd name="connsiteY26" fmla="*/ 144028 h 288055"/>
              <a:gd name="connsiteX27" fmla="*/ 526069 w 1225647"/>
              <a:gd name="connsiteY27" fmla="*/ 112145 h 288055"/>
              <a:gd name="connsiteX28" fmla="*/ 494019 w 1225647"/>
              <a:gd name="connsiteY28" fmla="*/ 144028 h 288055"/>
              <a:gd name="connsiteX29" fmla="*/ 494019 w 1225647"/>
              <a:gd name="connsiteY29" fmla="*/ 144028 h 288055"/>
              <a:gd name="connsiteX30" fmla="*/ 526069 w 1225647"/>
              <a:gd name="connsiteY30" fmla="*/ 175911 h 288055"/>
              <a:gd name="connsiteX31" fmla="*/ 558119 w 1225647"/>
              <a:gd name="connsiteY31" fmla="*/ 144028 h 288055"/>
              <a:gd name="connsiteX32" fmla="*/ 558119 w 1225647"/>
              <a:gd name="connsiteY32" fmla="*/ 144028 h 288055"/>
              <a:gd name="connsiteX33" fmla="*/ 629956 w 1225647"/>
              <a:gd name="connsiteY33" fmla="*/ 189104 h 288055"/>
              <a:gd name="connsiteX34" fmla="*/ 615588 w 1225647"/>
              <a:gd name="connsiteY34" fmla="*/ 189104 h 288055"/>
              <a:gd name="connsiteX35" fmla="*/ 615588 w 1225647"/>
              <a:gd name="connsiteY35" fmla="*/ 98951 h 288055"/>
              <a:gd name="connsiteX36" fmla="*/ 644876 w 1225647"/>
              <a:gd name="connsiteY36" fmla="*/ 98951 h 288055"/>
              <a:gd name="connsiteX37" fmla="*/ 678584 w 1225647"/>
              <a:gd name="connsiteY37" fmla="*/ 127536 h 288055"/>
              <a:gd name="connsiteX38" fmla="*/ 660901 w 1225647"/>
              <a:gd name="connsiteY38" fmla="*/ 153373 h 288055"/>
              <a:gd name="connsiteX39" fmla="*/ 683004 w 1225647"/>
              <a:gd name="connsiteY39" fmla="*/ 189104 h 288055"/>
              <a:gd name="connsiteX40" fmla="*/ 667532 w 1225647"/>
              <a:gd name="connsiteY40" fmla="*/ 189104 h 288055"/>
              <a:gd name="connsiteX41" fmla="*/ 647086 w 1225647"/>
              <a:gd name="connsiteY41" fmla="*/ 155572 h 288055"/>
              <a:gd name="connsiteX42" fmla="*/ 630508 w 1225647"/>
              <a:gd name="connsiteY42" fmla="*/ 155572 h 288055"/>
              <a:gd name="connsiteX43" fmla="*/ 629956 w 1225647"/>
              <a:gd name="connsiteY43" fmla="*/ 189104 h 288055"/>
              <a:gd name="connsiteX44" fmla="*/ 644323 w 1225647"/>
              <a:gd name="connsiteY44" fmla="*/ 143478 h 288055"/>
              <a:gd name="connsiteX45" fmla="*/ 663664 w 1225647"/>
              <a:gd name="connsiteY45" fmla="*/ 127536 h 288055"/>
              <a:gd name="connsiteX46" fmla="*/ 644323 w 1225647"/>
              <a:gd name="connsiteY46" fmla="*/ 111595 h 288055"/>
              <a:gd name="connsiteX47" fmla="*/ 629956 w 1225647"/>
              <a:gd name="connsiteY47" fmla="*/ 111595 h 288055"/>
              <a:gd name="connsiteX48" fmla="*/ 629956 w 1225647"/>
              <a:gd name="connsiteY48" fmla="*/ 143478 h 288055"/>
              <a:gd name="connsiteX49" fmla="*/ 644323 w 1225647"/>
              <a:gd name="connsiteY49" fmla="*/ 143478 h 288055"/>
              <a:gd name="connsiteX50" fmla="*/ 740474 w 1225647"/>
              <a:gd name="connsiteY50" fmla="*/ 111595 h 288055"/>
              <a:gd name="connsiteX51" fmla="*/ 713397 w 1225647"/>
              <a:gd name="connsiteY51" fmla="*/ 111595 h 288055"/>
              <a:gd name="connsiteX52" fmla="*/ 713397 w 1225647"/>
              <a:gd name="connsiteY52" fmla="*/ 98951 h 288055"/>
              <a:gd name="connsiteX53" fmla="*/ 781918 w 1225647"/>
              <a:gd name="connsiteY53" fmla="*/ 98951 h 288055"/>
              <a:gd name="connsiteX54" fmla="*/ 781918 w 1225647"/>
              <a:gd name="connsiteY54" fmla="*/ 111595 h 288055"/>
              <a:gd name="connsiteX55" fmla="*/ 754841 w 1225647"/>
              <a:gd name="connsiteY55" fmla="*/ 111595 h 288055"/>
              <a:gd name="connsiteX56" fmla="*/ 754841 w 1225647"/>
              <a:gd name="connsiteY56" fmla="*/ 189104 h 288055"/>
              <a:gd name="connsiteX57" fmla="*/ 740474 w 1225647"/>
              <a:gd name="connsiteY57" fmla="*/ 189104 h 288055"/>
              <a:gd name="connsiteX58" fmla="*/ 740474 w 1225647"/>
              <a:gd name="connsiteY58" fmla="*/ 111595 h 288055"/>
              <a:gd name="connsiteX59" fmla="*/ 822257 w 1225647"/>
              <a:gd name="connsiteY59" fmla="*/ 98951 h 288055"/>
              <a:gd name="connsiteX60" fmla="*/ 836624 w 1225647"/>
              <a:gd name="connsiteY60" fmla="*/ 98951 h 288055"/>
              <a:gd name="connsiteX61" fmla="*/ 836624 w 1225647"/>
              <a:gd name="connsiteY61" fmla="*/ 176461 h 288055"/>
              <a:gd name="connsiteX62" fmla="*/ 876963 w 1225647"/>
              <a:gd name="connsiteY62" fmla="*/ 176461 h 288055"/>
              <a:gd name="connsiteX63" fmla="*/ 876963 w 1225647"/>
              <a:gd name="connsiteY63" fmla="*/ 189104 h 288055"/>
              <a:gd name="connsiteX64" fmla="*/ 822257 w 1225647"/>
              <a:gd name="connsiteY64" fmla="*/ 189104 h 288055"/>
              <a:gd name="connsiteX65" fmla="*/ 822257 w 1225647"/>
              <a:gd name="connsiteY65" fmla="*/ 98951 h 288055"/>
              <a:gd name="connsiteX66" fmla="*/ 969799 w 1225647"/>
              <a:gd name="connsiteY66" fmla="*/ 172613 h 288055"/>
              <a:gd name="connsiteX67" fmla="*/ 932775 w 1225647"/>
              <a:gd name="connsiteY67" fmla="*/ 172613 h 288055"/>
              <a:gd name="connsiteX68" fmla="*/ 925591 w 1225647"/>
              <a:gd name="connsiteY68" fmla="*/ 189654 h 288055"/>
              <a:gd name="connsiteX69" fmla="*/ 911224 w 1225647"/>
              <a:gd name="connsiteY69" fmla="*/ 189654 h 288055"/>
              <a:gd name="connsiteX70" fmla="*/ 951010 w 1225647"/>
              <a:gd name="connsiteY70" fmla="*/ 97852 h 288055"/>
              <a:gd name="connsiteX71" fmla="*/ 951563 w 1225647"/>
              <a:gd name="connsiteY71" fmla="*/ 97852 h 288055"/>
              <a:gd name="connsiteX72" fmla="*/ 991902 w 1225647"/>
              <a:gd name="connsiteY72" fmla="*/ 189654 h 288055"/>
              <a:gd name="connsiteX73" fmla="*/ 976430 w 1225647"/>
              <a:gd name="connsiteY73" fmla="*/ 189654 h 288055"/>
              <a:gd name="connsiteX74" fmla="*/ 969799 w 1225647"/>
              <a:gd name="connsiteY74" fmla="*/ 172613 h 288055"/>
              <a:gd name="connsiteX75" fmla="*/ 938301 w 1225647"/>
              <a:gd name="connsiteY75" fmla="*/ 159969 h 288055"/>
              <a:gd name="connsiteX76" fmla="*/ 964825 w 1225647"/>
              <a:gd name="connsiteY76" fmla="*/ 159969 h 288055"/>
              <a:gd name="connsiteX77" fmla="*/ 951563 w 1225647"/>
              <a:gd name="connsiteY77" fmla="*/ 128636 h 288055"/>
              <a:gd name="connsiteX78" fmla="*/ 938301 w 1225647"/>
              <a:gd name="connsiteY78" fmla="*/ 159969 h 288055"/>
              <a:gd name="connsiteX79" fmla="*/ 1045503 w 1225647"/>
              <a:gd name="connsiteY79" fmla="*/ 129735 h 288055"/>
              <a:gd name="connsiteX80" fmla="*/ 1045503 w 1225647"/>
              <a:gd name="connsiteY80" fmla="*/ 189104 h 288055"/>
              <a:gd name="connsiteX81" fmla="*/ 1032241 w 1225647"/>
              <a:gd name="connsiteY81" fmla="*/ 189104 h 288055"/>
              <a:gd name="connsiteX82" fmla="*/ 1032241 w 1225647"/>
              <a:gd name="connsiteY82" fmla="*/ 97852 h 288055"/>
              <a:gd name="connsiteX83" fmla="*/ 1033346 w 1225647"/>
              <a:gd name="connsiteY83" fmla="*/ 97852 h 288055"/>
              <a:gd name="connsiteX84" fmla="*/ 1091921 w 1225647"/>
              <a:gd name="connsiteY84" fmla="*/ 158320 h 288055"/>
              <a:gd name="connsiteX85" fmla="*/ 1091921 w 1225647"/>
              <a:gd name="connsiteY85" fmla="*/ 98951 h 288055"/>
              <a:gd name="connsiteX86" fmla="*/ 1105183 w 1225647"/>
              <a:gd name="connsiteY86" fmla="*/ 98951 h 288055"/>
              <a:gd name="connsiteX87" fmla="*/ 1105183 w 1225647"/>
              <a:gd name="connsiteY87" fmla="*/ 190204 h 288055"/>
              <a:gd name="connsiteX88" fmla="*/ 1104078 w 1225647"/>
              <a:gd name="connsiteY88" fmla="*/ 190204 h 288055"/>
              <a:gd name="connsiteX89" fmla="*/ 1045503 w 1225647"/>
              <a:gd name="connsiteY89" fmla="*/ 129735 h 288055"/>
              <a:gd name="connsiteX90" fmla="*/ 1151601 w 1225647"/>
              <a:gd name="connsiteY90" fmla="*/ 98951 h 288055"/>
              <a:gd name="connsiteX91" fmla="*/ 1177572 w 1225647"/>
              <a:gd name="connsiteY91" fmla="*/ 98951 h 288055"/>
              <a:gd name="connsiteX92" fmla="*/ 1225648 w 1225647"/>
              <a:gd name="connsiteY92" fmla="*/ 144028 h 288055"/>
              <a:gd name="connsiteX93" fmla="*/ 1177572 w 1225647"/>
              <a:gd name="connsiteY93" fmla="*/ 189104 h 288055"/>
              <a:gd name="connsiteX94" fmla="*/ 1151601 w 1225647"/>
              <a:gd name="connsiteY94" fmla="*/ 189104 h 288055"/>
              <a:gd name="connsiteX95" fmla="*/ 1151601 w 1225647"/>
              <a:gd name="connsiteY95" fmla="*/ 98951 h 288055"/>
              <a:gd name="connsiteX96" fmla="*/ 1176467 w 1225647"/>
              <a:gd name="connsiteY96" fmla="*/ 176461 h 288055"/>
              <a:gd name="connsiteX97" fmla="*/ 1210728 w 1225647"/>
              <a:gd name="connsiteY97" fmla="*/ 144028 h 288055"/>
              <a:gd name="connsiteX98" fmla="*/ 1176467 w 1225647"/>
              <a:gd name="connsiteY98" fmla="*/ 111595 h 288055"/>
              <a:gd name="connsiteX99" fmla="*/ 1165968 w 1225647"/>
              <a:gd name="connsiteY99" fmla="*/ 111595 h 288055"/>
              <a:gd name="connsiteX100" fmla="*/ 1165968 w 1225647"/>
              <a:gd name="connsiteY100" fmla="*/ 176461 h 288055"/>
              <a:gd name="connsiteX101" fmla="*/ 1176467 w 1225647"/>
              <a:gd name="connsiteY101" fmla="*/ 176461 h 2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25647" h="288055">
                <a:moveTo>
                  <a:pt x="290113" y="142928"/>
                </a:moveTo>
                <a:cubicBezTo>
                  <a:pt x="290666" y="222636"/>
                  <a:pt x="226565" y="287502"/>
                  <a:pt x="146440" y="288052"/>
                </a:cubicBezTo>
                <a:cubicBezTo>
                  <a:pt x="66314" y="288602"/>
                  <a:pt x="1109" y="224286"/>
                  <a:pt x="4" y="145127"/>
                </a:cubicBezTo>
                <a:cubicBezTo>
                  <a:pt x="-549" y="65419"/>
                  <a:pt x="64104" y="553"/>
                  <a:pt x="143677" y="4"/>
                </a:cubicBezTo>
                <a:cubicBezTo>
                  <a:pt x="144229" y="4"/>
                  <a:pt x="144229" y="4"/>
                  <a:pt x="144782" y="4"/>
                </a:cubicBezTo>
                <a:cubicBezTo>
                  <a:pt x="224908" y="-546"/>
                  <a:pt x="289561" y="63220"/>
                  <a:pt x="290113" y="142928"/>
                </a:cubicBezTo>
                <a:moveTo>
                  <a:pt x="358634" y="144028"/>
                </a:moveTo>
                <a:cubicBezTo>
                  <a:pt x="358082" y="118741"/>
                  <a:pt x="378528" y="98402"/>
                  <a:pt x="403394" y="97852"/>
                </a:cubicBezTo>
                <a:cubicBezTo>
                  <a:pt x="403947" y="97852"/>
                  <a:pt x="404499" y="97852"/>
                  <a:pt x="405052" y="97852"/>
                </a:cubicBezTo>
                <a:cubicBezTo>
                  <a:pt x="419419" y="97302"/>
                  <a:pt x="433234" y="103899"/>
                  <a:pt x="441523" y="115443"/>
                </a:cubicBezTo>
                <a:lnTo>
                  <a:pt x="430471" y="123139"/>
                </a:lnTo>
                <a:cubicBezTo>
                  <a:pt x="424392" y="114893"/>
                  <a:pt x="414446" y="109946"/>
                  <a:pt x="404499" y="111045"/>
                </a:cubicBezTo>
                <a:cubicBezTo>
                  <a:pt x="386264" y="111045"/>
                  <a:pt x="373002" y="125338"/>
                  <a:pt x="373002" y="144578"/>
                </a:cubicBezTo>
                <a:cubicBezTo>
                  <a:pt x="371896" y="162168"/>
                  <a:pt x="385159" y="177010"/>
                  <a:pt x="402841" y="178110"/>
                </a:cubicBezTo>
                <a:cubicBezTo>
                  <a:pt x="403394" y="178110"/>
                  <a:pt x="404499" y="178110"/>
                  <a:pt x="405052" y="178110"/>
                </a:cubicBezTo>
                <a:cubicBezTo>
                  <a:pt x="416104" y="178660"/>
                  <a:pt x="426050" y="173712"/>
                  <a:pt x="432681" y="164917"/>
                </a:cubicBezTo>
                <a:lnTo>
                  <a:pt x="443733" y="172613"/>
                </a:lnTo>
                <a:cubicBezTo>
                  <a:pt x="427708" y="193502"/>
                  <a:pt x="397868" y="197350"/>
                  <a:pt x="376870" y="181408"/>
                </a:cubicBezTo>
                <a:cubicBezTo>
                  <a:pt x="365818" y="172063"/>
                  <a:pt x="359187" y="158320"/>
                  <a:pt x="358634" y="144028"/>
                </a:cubicBezTo>
                <a:moveTo>
                  <a:pt x="478546" y="144028"/>
                </a:moveTo>
                <a:cubicBezTo>
                  <a:pt x="477994" y="118191"/>
                  <a:pt x="498992" y="96753"/>
                  <a:pt x="524964" y="96203"/>
                </a:cubicBezTo>
                <a:cubicBezTo>
                  <a:pt x="550936" y="95653"/>
                  <a:pt x="572487" y="116542"/>
                  <a:pt x="573039" y="142379"/>
                </a:cubicBezTo>
                <a:cubicBezTo>
                  <a:pt x="573592" y="168215"/>
                  <a:pt x="552593" y="189654"/>
                  <a:pt x="526622" y="190204"/>
                </a:cubicBezTo>
                <a:cubicBezTo>
                  <a:pt x="526622" y="190204"/>
                  <a:pt x="526069" y="190204"/>
                  <a:pt x="526069" y="190204"/>
                </a:cubicBezTo>
                <a:cubicBezTo>
                  <a:pt x="500650" y="190753"/>
                  <a:pt x="479651" y="170964"/>
                  <a:pt x="479099" y="145677"/>
                </a:cubicBezTo>
                <a:cubicBezTo>
                  <a:pt x="478546" y="145127"/>
                  <a:pt x="478546" y="144578"/>
                  <a:pt x="478546" y="144028"/>
                </a:cubicBezTo>
                <a:moveTo>
                  <a:pt x="558119" y="144028"/>
                </a:moveTo>
                <a:cubicBezTo>
                  <a:pt x="558119" y="126437"/>
                  <a:pt x="543752" y="112145"/>
                  <a:pt x="526069" y="112145"/>
                </a:cubicBezTo>
                <a:cubicBezTo>
                  <a:pt x="508386" y="112145"/>
                  <a:pt x="494019" y="126437"/>
                  <a:pt x="494019" y="144028"/>
                </a:cubicBezTo>
                <a:cubicBezTo>
                  <a:pt x="494019" y="144028"/>
                  <a:pt x="494019" y="144028"/>
                  <a:pt x="494019" y="144028"/>
                </a:cubicBezTo>
                <a:cubicBezTo>
                  <a:pt x="494019" y="161619"/>
                  <a:pt x="508386" y="175911"/>
                  <a:pt x="526069" y="175911"/>
                </a:cubicBezTo>
                <a:cubicBezTo>
                  <a:pt x="543199" y="176461"/>
                  <a:pt x="558119" y="161619"/>
                  <a:pt x="558119" y="144028"/>
                </a:cubicBezTo>
                <a:cubicBezTo>
                  <a:pt x="558119" y="144028"/>
                  <a:pt x="558119" y="144028"/>
                  <a:pt x="558119" y="144028"/>
                </a:cubicBezTo>
                <a:moveTo>
                  <a:pt x="629956" y="189104"/>
                </a:moveTo>
                <a:lnTo>
                  <a:pt x="615588" y="189104"/>
                </a:lnTo>
                <a:lnTo>
                  <a:pt x="615588" y="98951"/>
                </a:lnTo>
                <a:lnTo>
                  <a:pt x="644876" y="98951"/>
                </a:lnTo>
                <a:cubicBezTo>
                  <a:pt x="666427" y="98951"/>
                  <a:pt x="678584" y="110495"/>
                  <a:pt x="678584" y="127536"/>
                </a:cubicBezTo>
                <a:cubicBezTo>
                  <a:pt x="679136" y="139080"/>
                  <a:pt x="671953" y="149525"/>
                  <a:pt x="660901" y="153373"/>
                </a:cubicBezTo>
                <a:lnTo>
                  <a:pt x="683004" y="189104"/>
                </a:lnTo>
                <a:lnTo>
                  <a:pt x="667532" y="189104"/>
                </a:lnTo>
                <a:lnTo>
                  <a:pt x="647086" y="155572"/>
                </a:lnTo>
                <a:lnTo>
                  <a:pt x="630508" y="155572"/>
                </a:lnTo>
                <a:lnTo>
                  <a:pt x="629956" y="189104"/>
                </a:lnTo>
                <a:close/>
                <a:moveTo>
                  <a:pt x="644323" y="143478"/>
                </a:moveTo>
                <a:cubicBezTo>
                  <a:pt x="658138" y="143478"/>
                  <a:pt x="663664" y="137981"/>
                  <a:pt x="663664" y="127536"/>
                </a:cubicBezTo>
                <a:cubicBezTo>
                  <a:pt x="663664" y="117092"/>
                  <a:pt x="658138" y="111595"/>
                  <a:pt x="644323" y="111595"/>
                </a:cubicBezTo>
                <a:lnTo>
                  <a:pt x="629956" y="111595"/>
                </a:lnTo>
                <a:lnTo>
                  <a:pt x="629956" y="143478"/>
                </a:lnTo>
                <a:lnTo>
                  <a:pt x="644323" y="143478"/>
                </a:lnTo>
                <a:close/>
                <a:moveTo>
                  <a:pt x="740474" y="111595"/>
                </a:moveTo>
                <a:lnTo>
                  <a:pt x="713397" y="111595"/>
                </a:lnTo>
                <a:lnTo>
                  <a:pt x="713397" y="98951"/>
                </a:lnTo>
                <a:lnTo>
                  <a:pt x="781918" y="98951"/>
                </a:lnTo>
                <a:lnTo>
                  <a:pt x="781918" y="111595"/>
                </a:lnTo>
                <a:lnTo>
                  <a:pt x="754841" y="111595"/>
                </a:lnTo>
                <a:lnTo>
                  <a:pt x="754841" y="189104"/>
                </a:lnTo>
                <a:lnTo>
                  <a:pt x="740474" y="189104"/>
                </a:lnTo>
                <a:lnTo>
                  <a:pt x="740474" y="111595"/>
                </a:lnTo>
                <a:close/>
                <a:moveTo>
                  <a:pt x="822257" y="98951"/>
                </a:moveTo>
                <a:lnTo>
                  <a:pt x="836624" y="98951"/>
                </a:lnTo>
                <a:lnTo>
                  <a:pt x="836624" y="176461"/>
                </a:lnTo>
                <a:lnTo>
                  <a:pt x="876963" y="176461"/>
                </a:lnTo>
                <a:lnTo>
                  <a:pt x="876963" y="189104"/>
                </a:lnTo>
                <a:lnTo>
                  <a:pt x="822257" y="189104"/>
                </a:lnTo>
                <a:lnTo>
                  <a:pt x="822257" y="98951"/>
                </a:lnTo>
                <a:close/>
                <a:moveTo>
                  <a:pt x="969799" y="172613"/>
                </a:moveTo>
                <a:lnTo>
                  <a:pt x="932775" y="172613"/>
                </a:lnTo>
                <a:lnTo>
                  <a:pt x="925591" y="189654"/>
                </a:lnTo>
                <a:lnTo>
                  <a:pt x="911224" y="189654"/>
                </a:lnTo>
                <a:lnTo>
                  <a:pt x="951010" y="97852"/>
                </a:lnTo>
                <a:lnTo>
                  <a:pt x="951563" y="97852"/>
                </a:lnTo>
                <a:lnTo>
                  <a:pt x="991902" y="189654"/>
                </a:lnTo>
                <a:lnTo>
                  <a:pt x="976430" y="189654"/>
                </a:lnTo>
                <a:lnTo>
                  <a:pt x="969799" y="172613"/>
                </a:lnTo>
                <a:close/>
                <a:moveTo>
                  <a:pt x="938301" y="159969"/>
                </a:moveTo>
                <a:lnTo>
                  <a:pt x="964825" y="159969"/>
                </a:lnTo>
                <a:lnTo>
                  <a:pt x="951563" y="128636"/>
                </a:lnTo>
                <a:lnTo>
                  <a:pt x="938301" y="159969"/>
                </a:lnTo>
                <a:close/>
                <a:moveTo>
                  <a:pt x="1045503" y="129735"/>
                </a:moveTo>
                <a:lnTo>
                  <a:pt x="1045503" y="189104"/>
                </a:lnTo>
                <a:lnTo>
                  <a:pt x="1032241" y="189104"/>
                </a:lnTo>
                <a:lnTo>
                  <a:pt x="1032241" y="97852"/>
                </a:lnTo>
                <a:lnTo>
                  <a:pt x="1033346" y="97852"/>
                </a:lnTo>
                <a:lnTo>
                  <a:pt x="1091921" y="158320"/>
                </a:lnTo>
                <a:lnTo>
                  <a:pt x="1091921" y="98951"/>
                </a:lnTo>
                <a:lnTo>
                  <a:pt x="1105183" y="98951"/>
                </a:lnTo>
                <a:lnTo>
                  <a:pt x="1105183" y="190204"/>
                </a:lnTo>
                <a:lnTo>
                  <a:pt x="1104078" y="190204"/>
                </a:lnTo>
                <a:lnTo>
                  <a:pt x="1045503" y="129735"/>
                </a:lnTo>
                <a:close/>
                <a:moveTo>
                  <a:pt x="1151601" y="98951"/>
                </a:moveTo>
                <a:lnTo>
                  <a:pt x="1177572" y="98951"/>
                </a:lnTo>
                <a:cubicBezTo>
                  <a:pt x="1207412" y="98951"/>
                  <a:pt x="1225648" y="117642"/>
                  <a:pt x="1225648" y="144028"/>
                </a:cubicBezTo>
                <a:cubicBezTo>
                  <a:pt x="1225648" y="170414"/>
                  <a:pt x="1207412" y="189104"/>
                  <a:pt x="1177572" y="189104"/>
                </a:cubicBezTo>
                <a:lnTo>
                  <a:pt x="1151601" y="189104"/>
                </a:lnTo>
                <a:lnTo>
                  <a:pt x="1151601" y="98951"/>
                </a:lnTo>
                <a:close/>
                <a:moveTo>
                  <a:pt x="1176467" y="176461"/>
                </a:moveTo>
                <a:cubicBezTo>
                  <a:pt x="1200228" y="176461"/>
                  <a:pt x="1210728" y="163268"/>
                  <a:pt x="1210728" y="144028"/>
                </a:cubicBezTo>
                <a:cubicBezTo>
                  <a:pt x="1210728" y="124788"/>
                  <a:pt x="1200228" y="111595"/>
                  <a:pt x="1176467" y="111595"/>
                </a:cubicBezTo>
                <a:lnTo>
                  <a:pt x="1165968" y="111595"/>
                </a:lnTo>
                <a:lnTo>
                  <a:pt x="1165968" y="176461"/>
                </a:lnTo>
                <a:lnTo>
                  <a:pt x="1176467" y="176461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D596A5-9948-4ABF-811E-DB34F0A1AB5D}"/>
              </a:ext>
            </a:extLst>
          </p:cNvPr>
          <p:cNvSpPr>
            <a:spLocks/>
          </p:cNvSpPr>
          <p:nvPr userDrawn="1"/>
        </p:nvSpPr>
        <p:spPr>
          <a:xfrm>
            <a:off x="10025063" y="6381751"/>
            <a:ext cx="369093" cy="370424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47B6DD1-B6F8-465E-A7DE-7BB90C73868C}"/>
              </a:ext>
            </a:extLst>
          </p:cNvPr>
          <p:cNvSpPr/>
          <p:nvPr userDrawn="1"/>
        </p:nvSpPr>
        <p:spPr>
          <a:xfrm>
            <a:off x="10059820" y="6414693"/>
            <a:ext cx="307338" cy="300142"/>
          </a:xfrm>
          <a:custGeom>
            <a:avLst/>
            <a:gdLst>
              <a:gd name="connsiteX0" fmla="*/ 142100 w 307338"/>
              <a:gd name="connsiteY0" fmla="*/ 249019 h 300142"/>
              <a:gd name="connsiteX1" fmla="*/ 54791 w 307338"/>
              <a:gd name="connsiteY1" fmla="*/ 137977 h 300142"/>
              <a:gd name="connsiteX2" fmla="*/ 142100 w 307338"/>
              <a:gd name="connsiteY2" fmla="*/ 51123 h 300142"/>
              <a:gd name="connsiteX3" fmla="*/ 142100 w 307338"/>
              <a:gd name="connsiteY3" fmla="*/ 69813 h 300142"/>
              <a:gd name="connsiteX4" fmla="*/ 73579 w 307338"/>
              <a:gd name="connsiteY4" fmla="*/ 162714 h 300142"/>
              <a:gd name="connsiteX5" fmla="*/ 142100 w 307338"/>
              <a:gd name="connsiteY5" fmla="*/ 230879 h 300142"/>
              <a:gd name="connsiteX6" fmla="*/ 142100 w 307338"/>
              <a:gd name="connsiteY6" fmla="*/ 249019 h 300142"/>
              <a:gd name="connsiteX7" fmla="*/ 155362 w 307338"/>
              <a:gd name="connsiteY7" fmla="*/ 18140 h 300142"/>
              <a:gd name="connsiteX8" fmla="*/ 149284 w 307338"/>
              <a:gd name="connsiteY8" fmla="*/ 18140 h 300142"/>
              <a:gd name="connsiteX9" fmla="*/ 23846 w 307338"/>
              <a:gd name="connsiteY9" fmla="*/ 156668 h 300142"/>
              <a:gd name="connsiteX10" fmla="*/ 147074 w 307338"/>
              <a:gd name="connsiteY10" fmla="*/ 281452 h 300142"/>
              <a:gd name="connsiteX11" fmla="*/ 155362 w 307338"/>
              <a:gd name="connsiteY11" fmla="*/ 281452 h 300142"/>
              <a:gd name="connsiteX12" fmla="*/ 167519 w 307338"/>
              <a:gd name="connsiteY12" fmla="*/ 280902 h 300142"/>
              <a:gd name="connsiteX13" fmla="*/ 169730 w 307338"/>
              <a:gd name="connsiteY13" fmla="*/ 280902 h 300142"/>
              <a:gd name="connsiteX14" fmla="*/ 169730 w 307338"/>
              <a:gd name="connsiteY14" fmla="*/ 230329 h 300142"/>
              <a:gd name="connsiteX15" fmla="*/ 174703 w 307338"/>
              <a:gd name="connsiteY15" fmla="*/ 229229 h 300142"/>
              <a:gd name="connsiteX16" fmla="*/ 179124 w 307338"/>
              <a:gd name="connsiteY16" fmla="*/ 228130 h 300142"/>
              <a:gd name="connsiteX17" fmla="*/ 235488 w 307338"/>
              <a:gd name="connsiteY17" fmla="*/ 127533 h 300142"/>
              <a:gd name="connsiteX18" fmla="*/ 169730 w 307338"/>
              <a:gd name="connsiteY18" fmla="*/ 69264 h 300142"/>
              <a:gd name="connsiteX19" fmla="*/ 169730 w 307338"/>
              <a:gd name="connsiteY19" fmla="*/ 51123 h 300142"/>
              <a:gd name="connsiteX20" fmla="*/ 256486 w 307338"/>
              <a:gd name="connsiteY20" fmla="*/ 163264 h 300142"/>
              <a:gd name="connsiteX21" fmla="*/ 190728 w 307338"/>
              <a:gd name="connsiteY21" fmla="*/ 244621 h 300142"/>
              <a:gd name="connsiteX22" fmla="*/ 189070 w 307338"/>
              <a:gd name="connsiteY22" fmla="*/ 245171 h 300142"/>
              <a:gd name="connsiteX23" fmla="*/ 189070 w 307338"/>
              <a:gd name="connsiteY23" fmla="*/ 278154 h 300142"/>
              <a:gd name="connsiteX24" fmla="*/ 190176 w 307338"/>
              <a:gd name="connsiteY24" fmla="*/ 278154 h 300142"/>
              <a:gd name="connsiteX25" fmla="*/ 191281 w 307338"/>
              <a:gd name="connsiteY25" fmla="*/ 277604 h 300142"/>
              <a:gd name="connsiteX26" fmla="*/ 283563 w 307338"/>
              <a:gd name="connsiteY26" fmla="*/ 114890 h 300142"/>
              <a:gd name="connsiteX27" fmla="*/ 160336 w 307338"/>
              <a:gd name="connsiteY27" fmla="*/ 18140 h 300142"/>
              <a:gd name="connsiteX28" fmla="*/ 155362 w 307338"/>
              <a:gd name="connsiteY28" fmla="*/ 18140 h 300142"/>
              <a:gd name="connsiteX29" fmla="*/ 155362 w 307338"/>
              <a:gd name="connsiteY29" fmla="*/ 300142 h 300142"/>
              <a:gd name="connsiteX30" fmla="*/ 145416 w 307338"/>
              <a:gd name="connsiteY30" fmla="*/ 299592 h 300142"/>
              <a:gd name="connsiteX31" fmla="*/ 85 w 307338"/>
              <a:gd name="connsiteY31" fmla="*/ 144574 h 300142"/>
              <a:gd name="connsiteX32" fmla="*/ 148731 w 307338"/>
              <a:gd name="connsiteY32" fmla="*/ 0 h 300142"/>
              <a:gd name="connsiteX33" fmla="*/ 155362 w 307338"/>
              <a:gd name="connsiteY33" fmla="*/ 0 h 300142"/>
              <a:gd name="connsiteX34" fmla="*/ 160888 w 307338"/>
              <a:gd name="connsiteY34" fmla="*/ 0 h 300142"/>
              <a:gd name="connsiteX35" fmla="*/ 264775 w 307338"/>
              <a:gd name="connsiteY35" fmla="*/ 45626 h 300142"/>
              <a:gd name="connsiteX36" fmla="*/ 307325 w 307338"/>
              <a:gd name="connsiteY36" fmla="*/ 150071 h 300142"/>
              <a:gd name="connsiteX37" fmla="*/ 173598 w 307338"/>
              <a:gd name="connsiteY37" fmla="*/ 299043 h 300142"/>
              <a:gd name="connsiteX38" fmla="*/ 155362 w 307338"/>
              <a:gd name="connsiteY38" fmla="*/ 300142 h 300142"/>
              <a:gd name="connsiteX39" fmla="*/ 155362 w 307338"/>
              <a:gd name="connsiteY39" fmla="*/ 300142 h 30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7338" h="300142">
                <a:moveTo>
                  <a:pt x="142100" y="249019"/>
                </a:moveTo>
                <a:cubicBezTo>
                  <a:pt x="86841" y="242423"/>
                  <a:pt x="48160" y="192399"/>
                  <a:pt x="54791" y="137977"/>
                </a:cubicBezTo>
                <a:cubicBezTo>
                  <a:pt x="60317" y="92351"/>
                  <a:pt x="96235" y="56620"/>
                  <a:pt x="142100" y="51123"/>
                </a:cubicBezTo>
                <a:lnTo>
                  <a:pt x="142100" y="69813"/>
                </a:lnTo>
                <a:cubicBezTo>
                  <a:pt x="97340" y="76960"/>
                  <a:pt x="66395" y="118188"/>
                  <a:pt x="73579" y="162714"/>
                </a:cubicBezTo>
                <a:cubicBezTo>
                  <a:pt x="79105" y="197896"/>
                  <a:pt x="106734" y="225381"/>
                  <a:pt x="142100" y="230879"/>
                </a:cubicBezTo>
                <a:lnTo>
                  <a:pt x="142100" y="249019"/>
                </a:lnTo>
                <a:close/>
                <a:moveTo>
                  <a:pt x="155362" y="18140"/>
                </a:moveTo>
                <a:cubicBezTo>
                  <a:pt x="153152" y="18140"/>
                  <a:pt x="151494" y="18140"/>
                  <a:pt x="149284" y="18140"/>
                </a:cubicBezTo>
                <a:cubicBezTo>
                  <a:pt x="76342" y="21988"/>
                  <a:pt x="19978" y="84106"/>
                  <a:pt x="23846" y="156668"/>
                </a:cubicBezTo>
                <a:cubicBezTo>
                  <a:pt x="27162" y="223183"/>
                  <a:pt x="80210" y="277054"/>
                  <a:pt x="147074" y="281452"/>
                </a:cubicBezTo>
                <a:lnTo>
                  <a:pt x="155362" y="281452"/>
                </a:lnTo>
                <a:cubicBezTo>
                  <a:pt x="159231" y="281452"/>
                  <a:pt x="163651" y="281452"/>
                  <a:pt x="167519" y="280902"/>
                </a:cubicBezTo>
                <a:lnTo>
                  <a:pt x="169730" y="280902"/>
                </a:lnTo>
                <a:lnTo>
                  <a:pt x="169730" y="230329"/>
                </a:lnTo>
                <a:cubicBezTo>
                  <a:pt x="169730" y="230329"/>
                  <a:pt x="172493" y="229779"/>
                  <a:pt x="174703" y="229229"/>
                </a:cubicBezTo>
                <a:lnTo>
                  <a:pt x="179124" y="228130"/>
                </a:lnTo>
                <a:cubicBezTo>
                  <a:pt x="222778" y="216036"/>
                  <a:pt x="247645" y="170410"/>
                  <a:pt x="235488" y="127533"/>
                </a:cubicBezTo>
                <a:cubicBezTo>
                  <a:pt x="226646" y="97299"/>
                  <a:pt x="201227" y="74211"/>
                  <a:pt x="169730" y="69264"/>
                </a:cubicBezTo>
                <a:lnTo>
                  <a:pt x="169730" y="51123"/>
                </a:lnTo>
                <a:cubicBezTo>
                  <a:pt x="224436" y="58269"/>
                  <a:pt x="263670" y="108293"/>
                  <a:pt x="256486" y="163264"/>
                </a:cubicBezTo>
                <a:cubicBezTo>
                  <a:pt x="251513" y="200644"/>
                  <a:pt x="226094" y="231978"/>
                  <a:pt x="190728" y="244621"/>
                </a:cubicBezTo>
                <a:lnTo>
                  <a:pt x="189070" y="245171"/>
                </a:lnTo>
                <a:lnTo>
                  <a:pt x="189070" y="278154"/>
                </a:lnTo>
                <a:lnTo>
                  <a:pt x="190176" y="278154"/>
                </a:lnTo>
                <a:lnTo>
                  <a:pt x="191281" y="277604"/>
                </a:lnTo>
                <a:cubicBezTo>
                  <a:pt x="262012" y="257814"/>
                  <a:pt x="302904" y="185253"/>
                  <a:pt x="283563" y="114890"/>
                </a:cubicBezTo>
                <a:cubicBezTo>
                  <a:pt x="267538" y="59369"/>
                  <a:pt x="217805" y="20339"/>
                  <a:pt x="160336" y="18140"/>
                </a:cubicBezTo>
                <a:lnTo>
                  <a:pt x="155362" y="18140"/>
                </a:lnTo>
                <a:close/>
                <a:moveTo>
                  <a:pt x="155362" y="300142"/>
                </a:moveTo>
                <a:cubicBezTo>
                  <a:pt x="152047" y="300142"/>
                  <a:pt x="148731" y="300142"/>
                  <a:pt x="145416" y="299592"/>
                </a:cubicBezTo>
                <a:cubicBezTo>
                  <a:pt x="62527" y="297394"/>
                  <a:pt x="-2678" y="227580"/>
                  <a:pt x="85" y="144574"/>
                </a:cubicBezTo>
                <a:cubicBezTo>
                  <a:pt x="2848" y="64866"/>
                  <a:pt x="68053" y="1099"/>
                  <a:pt x="148731" y="0"/>
                </a:cubicBezTo>
                <a:lnTo>
                  <a:pt x="155362" y="0"/>
                </a:lnTo>
                <a:lnTo>
                  <a:pt x="160888" y="0"/>
                </a:lnTo>
                <a:cubicBezTo>
                  <a:pt x="200122" y="1099"/>
                  <a:pt x="237698" y="17591"/>
                  <a:pt x="264775" y="45626"/>
                </a:cubicBezTo>
                <a:cubicBezTo>
                  <a:pt x="292405" y="73661"/>
                  <a:pt x="307877" y="111042"/>
                  <a:pt x="307325" y="150071"/>
                </a:cubicBezTo>
                <a:cubicBezTo>
                  <a:pt x="306772" y="226481"/>
                  <a:pt x="249303" y="290247"/>
                  <a:pt x="173598" y="299043"/>
                </a:cubicBezTo>
                <a:cubicBezTo>
                  <a:pt x="167519" y="300142"/>
                  <a:pt x="161441" y="300142"/>
                  <a:pt x="155362" y="300142"/>
                </a:cubicBezTo>
                <a:lnTo>
                  <a:pt x="155362" y="300142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237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52273FB-3270-4181-86FF-C1D92782D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8688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52273FB-3270-4181-86FF-C1D92782D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DE3D51E-EFF4-4CED-8D1C-0D351D7D32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18CDBC7E-E04B-46B1-9B36-88D532AB35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lnSpc>
                <a:spcPct val="105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DDDA5324-D475-4905-9074-52BC49485F73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DCE2F7A1-B611-4F92-930C-45DAF661DB17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6B27C2B4-7BF4-4965-8D2E-7CE38F99F91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84944364-9827-498B-9142-A12003C3F2ED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8686188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6151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2BA1E0C-CA9F-489D-B144-727B655BD19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7CD2EFD2-091F-41E8-82E4-59A48ABD231C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926E0963-EFF0-4D32-ADEB-B17AA28E6B4A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1D81E699-DCA1-4112-A747-FEA1BCDA2F07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737F76FD-D275-4307-B826-61CE1861B01B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2514600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7B6FBDCC-4722-41F2-B4A8-0AB7ECEAFE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8C22973-C6C1-4ADC-9C36-ED94343490A5}"/>
              </a:ext>
            </a:extLst>
          </p:cNvPr>
          <p:cNvSpPr>
            <a:spLocks/>
          </p:cNvSpPr>
          <p:nvPr userDrawn="1"/>
        </p:nvSpPr>
        <p:spPr>
          <a:xfrm>
            <a:off x="10069848" y="6422935"/>
            <a:ext cx="1225647" cy="288055"/>
          </a:xfrm>
          <a:custGeom>
            <a:avLst/>
            <a:gdLst>
              <a:gd name="connsiteX0" fmla="*/ 290113 w 1225647"/>
              <a:gd name="connsiteY0" fmla="*/ 142928 h 288055"/>
              <a:gd name="connsiteX1" fmla="*/ 146440 w 1225647"/>
              <a:gd name="connsiteY1" fmla="*/ 288052 h 288055"/>
              <a:gd name="connsiteX2" fmla="*/ 4 w 1225647"/>
              <a:gd name="connsiteY2" fmla="*/ 145127 h 288055"/>
              <a:gd name="connsiteX3" fmla="*/ 143677 w 1225647"/>
              <a:gd name="connsiteY3" fmla="*/ 4 h 288055"/>
              <a:gd name="connsiteX4" fmla="*/ 144782 w 1225647"/>
              <a:gd name="connsiteY4" fmla="*/ 4 h 288055"/>
              <a:gd name="connsiteX5" fmla="*/ 290113 w 1225647"/>
              <a:gd name="connsiteY5" fmla="*/ 142928 h 288055"/>
              <a:gd name="connsiteX6" fmla="*/ 358634 w 1225647"/>
              <a:gd name="connsiteY6" fmla="*/ 144028 h 288055"/>
              <a:gd name="connsiteX7" fmla="*/ 403394 w 1225647"/>
              <a:gd name="connsiteY7" fmla="*/ 97852 h 288055"/>
              <a:gd name="connsiteX8" fmla="*/ 405052 w 1225647"/>
              <a:gd name="connsiteY8" fmla="*/ 97852 h 288055"/>
              <a:gd name="connsiteX9" fmla="*/ 441523 w 1225647"/>
              <a:gd name="connsiteY9" fmla="*/ 115443 h 288055"/>
              <a:gd name="connsiteX10" fmla="*/ 430471 w 1225647"/>
              <a:gd name="connsiteY10" fmla="*/ 123139 h 288055"/>
              <a:gd name="connsiteX11" fmla="*/ 404499 w 1225647"/>
              <a:gd name="connsiteY11" fmla="*/ 111045 h 288055"/>
              <a:gd name="connsiteX12" fmla="*/ 373002 w 1225647"/>
              <a:gd name="connsiteY12" fmla="*/ 144578 h 288055"/>
              <a:gd name="connsiteX13" fmla="*/ 402841 w 1225647"/>
              <a:gd name="connsiteY13" fmla="*/ 178110 h 288055"/>
              <a:gd name="connsiteX14" fmla="*/ 405052 w 1225647"/>
              <a:gd name="connsiteY14" fmla="*/ 178110 h 288055"/>
              <a:gd name="connsiteX15" fmla="*/ 432681 w 1225647"/>
              <a:gd name="connsiteY15" fmla="*/ 164917 h 288055"/>
              <a:gd name="connsiteX16" fmla="*/ 443733 w 1225647"/>
              <a:gd name="connsiteY16" fmla="*/ 172613 h 288055"/>
              <a:gd name="connsiteX17" fmla="*/ 376870 w 1225647"/>
              <a:gd name="connsiteY17" fmla="*/ 181408 h 288055"/>
              <a:gd name="connsiteX18" fmla="*/ 358634 w 1225647"/>
              <a:gd name="connsiteY18" fmla="*/ 144028 h 288055"/>
              <a:gd name="connsiteX19" fmla="*/ 478546 w 1225647"/>
              <a:gd name="connsiteY19" fmla="*/ 144028 h 288055"/>
              <a:gd name="connsiteX20" fmla="*/ 524964 w 1225647"/>
              <a:gd name="connsiteY20" fmla="*/ 96203 h 288055"/>
              <a:gd name="connsiteX21" fmla="*/ 573039 w 1225647"/>
              <a:gd name="connsiteY21" fmla="*/ 142379 h 288055"/>
              <a:gd name="connsiteX22" fmla="*/ 526622 w 1225647"/>
              <a:gd name="connsiteY22" fmla="*/ 190204 h 288055"/>
              <a:gd name="connsiteX23" fmla="*/ 526069 w 1225647"/>
              <a:gd name="connsiteY23" fmla="*/ 190204 h 288055"/>
              <a:gd name="connsiteX24" fmla="*/ 479099 w 1225647"/>
              <a:gd name="connsiteY24" fmla="*/ 145677 h 288055"/>
              <a:gd name="connsiteX25" fmla="*/ 478546 w 1225647"/>
              <a:gd name="connsiteY25" fmla="*/ 144028 h 288055"/>
              <a:gd name="connsiteX26" fmla="*/ 558119 w 1225647"/>
              <a:gd name="connsiteY26" fmla="*/ 144028 h 288055"/>
              <a:gd name="connsiteX27" fmla="*/ 526069 w 1225647"/>
              <a:gd name="connsiteY27" fmla="*/ 112145 h 288055"/>
              <a:gd name="connsiteX28" fmla="*/ 494019 w 1225647"/>
              <a:gd name="connsiteY28" fmla="*/ 144028 h 288055"/>
              <a:gd name="connsiteX29" fmla="*/ 494019 w 1225647"/>
              <a:gd name="connsiteY29" fmla="*/ 144028 h 288055"/>
              <a:gd name="connsiteX30" fmla="*/ 526069 w 1225647"/>
              <a:gd name="connsiteY30" fmla="*/ 175911 h 288055"/>
              <a:gd name="connsiteX31" fmla="*/ 558119 w 1225647"/>
              <a:gd name="connsiteY31" fmla="*/ 144028 h 288055"/>
              <a:gd name="connsiteX32" fmla="*/ 558119 w 1225647"/>
              <a:gd name="connsiteY32" fmla="*/ 144028 h 288055"/>
              <a:gd name="connsiteX33" fmla="*/ 629956 w 1225647"/>
              <a:gd name="connsiteY33" fmla="*/ 189104 h 288055"/>
              <a:gd name="connsiteX34" fmla="*/ 615588 w 1225647"/>
              <a:gd name="connsiteY34" fmla="*/ 189104 h 288055"/>
              <a:gd name="connsiteX35" fmla="*/ 615588 w 1225647"/>
              <a:gd name="connsiteY35" fmla="*/ 98951 h 288055"/>
              <a:gd name="connsiteX36" fmla="*/ 644876 w 1225647"/>
              <a:gd name="connsiteY36" fmla="*/ 98951 h 288055"/>
              <a:gd name="connsiteX37" fmla="*/ 678584 w 1225647"/>
              <a:gd name="connsiteY37" fmla="*/ 127536 h 288055"/>
              <a:gd name="connsiteX38" fmla="*/ 660901 w 1225647"/>
              <a:gd name="connsiteY38" fmla="*/ 153373 h 288055"/>
              <a:gd name="connsiteX39" fmla="*/ 683004 w 1225647"/>
              <a:gd name="connsiteY39" fmla="*/ 189104 h 288055"/>
              <a:gd name="connsiteX40" fmla="*/ 667532 w 1225647"/>
              <a:gd name="connsiteY40" fmla="*/ 189104 h 288055"/>
              <a:gd name="connsiteX41" fmla="*/ 647086 w 1225647"/>
              <a:gd name="connsiteY41" fmla="*/ 155572 h 288055"/>
              <a:gd name="connsiteX42" fmla="*/ 630508 w 1225647"/>
              <a:gd name="connsiteY42" fmla="*/ 155572 h 288055"/>
              <a:gd name="connsiteX43" fmla="*/ 629956 w 1225647"/>
              <a:gd name="connsiteY43" fmla="*/ 189104 h 288055"/>
              <a:gd name="connsiteX44" fmla="*/ 644323 w 1225647"/>
              <a:gd name="connsiteY44" fmla="*/ 143478 h 288055"/>
              <a:gd name="connsiteX45" fmla="*/ 663664 w 1225647"/>
              <a:gd name="connsiteY45" fmla="*/ 127536 h 288055"/>
              <a:gd name="connsiteX46" fmla="*/ 644323 w 1225647"/>
              <a:gd name="connsiteY46" fmla="*/ 111595 h 288055"/>
              <a:gd name="connsiteX47" fmla="*/ 629956 w 1225647"/>
              <a:gd name="connsiteY47" fmla="*/ 111595 h 288055"/>
              <a:gd name="connsiteX48" fmla="*/ 629956 w 1225647"/>
              <a:gd name="connsiteY48" fmla="*/ 143478 h 288055"/>
              <a:gd name="connsiteX49" fmla="*/ 644323 w 1225647"/>
              <a:gd name="connsiteY49" fmla="*/ 143478 h 288055"/>
              <a:gd name="connsiteX50" fmla="*/ 740474 w 1225647"/>
              <a:gd name="connsiteY50" fmla="*/ 111595 h 288055"/>
              <a:gd name="connsiteX51" fmla="*/ 713397 w 1225647"/>
              <a:gd name="connsiteY51" fmla="*/ 111595 h 288055"/>
              <a:gd name="connsiteX52" fmla="*/ 713397 w 1225647"/>
              <a:gd name="connsiteY52" fmla="*/ 98951 h 288055"/>
              <a:gd name="connsiteX53" fmla="*/ 781918 w 1225647"/>
              <a:gd name="connsiteY53" fmla="*/ 98951 h 288055"/>
              <a:gd name="connsiteX54" fmla="*/ 781918 w 1225647"/>
              <a:gd name="connsiteY54" fmla="*/ 111595 h 288055"/>
              <a:gd name="connsiteX55" fmla="*/ 754841 w 1225647"/>
              <a:gd name="connsiteY55" fmla="*/ 111595 h 288055"/>
              <a:gd name="connsiteX56" fmla="*/ 754841 w 1225647"/>
              <a:gd name="connsiteY56" fmla="*/ 189104 h 288055"/>
              <a:gd name="connsiteX57" fmla="*/ 740474 w 1225647"/>
              <a:gd name="connsiteY57" fmla="*/ 189104 h 288055"/>
              <a:gd name="connsiteX58" fmla="*/ 740474 w 1225647"/>
              <a:gd name="connsiteY58" fmla="*/ 111595 h 288055"/>
              <a:gd name="connsiteX59" fmla="*/ 822257 w 1225647"/>
              <a:gd name="connsiteY59" fmla="*/ 98951 h 288055"/>
              <a:gd name="connsiteX60" fmla="*/ 836624 w 1225647"/>
              <a:gd name="connsiteY60" fmla="*/ 98951 h 288055"/>
              <a:gd name="connsiteX61" fmla="*/ 836624 w 1225647"/>
              <a:gd name="connsiteY61" fmla="*/ 176461 h 288055"/>
              <a:gd name="connsiteX62" fmla="*/ 876963 w 1225647"/>
              <a:gd name="connsiteY62" fmla="*/ 176461 h 288055"/>
              <a:gd name="connsiteX63" fmla="*/ 876963 w 1225647"/>
              <a:gd name="connsiteY63" fmla="*/ 189104 h 288055"/>
              <a:gd name="connsiteX64" fmla="*/ 822257 w 1225647"/>
              <a:gd name="connsiteY64" fmla="*/ 189104 h 288055"/>
              <a:gd name="connsiteX65" fmla="*/ 822257 w 1225647"/>
              <a:gd name="connsiteY65" fmla="*/ 98951 h 288055"/>
              <a:gd name="connsiteX66" fmla="*/ 969799 w 1225647"/>
              <a:gd name="connsiteY66" fmla="*/ 172613 h 288055"/>
              <a:gd name="connsiteX67" fmla="*/ 932775 w 1225647"/>
              <a:gd name="connsiteY67" fmla="*/ 172613 h 288055"/>
              <a:gd name="connsiteX68" fmla="*/ 925591 w 1225647"/>
              <a:gd name="connsiteY68" fmla="*/ 189654 h 288055"/>
              <a:gd name="connsiteX69" fmla="*/ 911224 w 1225647"/>
              <a:gd name="connsiteY69" fmla="*/ 189654 h 288055"/>
              <a:gd name="connsiteX70" fmla="*/ 951010 w 1225647"/>
              <a:gd name="connsiteY70" fmla="*/ 97852 h 288055"/>
              <a:gd name="connsiteX71" fmla="*/ 951563 w 1225647"/>
              <a:gd name="connsiteY71" fmla="*/ 97852 h 288055"/>
              <a:gd name="connsiteX72" fmla="*/ 991902 w 1225647"/>
              <a:gd name="connsiteY72" fmla="*/ 189654 h 288055"/>
              <a:gd name="connsiteX73" fmla="*/ 976430 w 1225647"/>
              <a:gd name="connsiteY73" fmla="*/ 189654 h 288055"/>
              <a:gd name="connsiteX74" fmla="*/ 969799 w 1225647"/>
              <a:gd name="connsiteY74" fmla="*/ 172613 h 288055"/>
              <a:gd name="connsiteX75" fmla="*/ 938301 w 1225647"/>
              <a:gd name="connsiteY75" fmla="*/ 159969 h 288055"/>
              <a:gd name="connsiteX76" fmla="*/ 964825 w 1225647"/>
              <a:gd name="connsiteY76" fmla="*/ 159969 h 288055"/>
              <a:gd name="connsiteX77" fmla="*/ 951563 w 1225647"/>
              <a:gd name="connsiteY77" fmla="*/ 128636 h 288055"/>
              <a:gd name="connsiteX78" fmla="*/ 938301 w 1225647"/>
              <a:gd name="connsiteY78" fmla="*/ 159969 h 288055"/>
              <a:gd name="connsiteX79" fmla="*/ 1045503 w 1225647"/>
              <a:gd name="connsiteY79" fmla="*/ 129735 h 288055"/>
              <a:gd name="connsiteX80" fmla="*/ 1045503 w 1225647"/>
              <a:gd name="connsiteY80" fmla="*/ 189104 h 288055"/>
              <a:gd name="connsiteX81" fmla="*/ 1032241 w 1225647"/>
              <a:gd name="connsiteY81" fmla="*/ 189104 h 288055"/>
              <a:gd name="connsiteX82" fmla="*/ 1032241 w 1225647"/>
              <a:gd name="connsiteY82" fmla="*/ 97852 h 288055"/>
              <a:gd name="connsiteX83" fmla="*/ 1033346 w 1225647"/>
              <a:gd name="connsiteY83" fmla="*/ 97852 h 288055"/>
              <a:gd name="connsiteX84" fmla="*/ 1091921 w 1225647"/>
              <a:gd name="connsiteY84" fmla="*/ 158320 h 288055"/>
              <a:gd name="connsiteX85" fmla="*/ 1091921 w 1225647"/>
              <a:gd name="connsiteY85" fmla="*/ 98951 h 288055"/>
              <a:gd name="connsiteX86" fmla="*/ 1105183 w 1225647"/>
              <a:gd name="connsiteY86" fmla="*/ 98951 h 288055"/>
              <a:gd name="connsiteX87" fmla="*/ 1105183 w 1225647"/>
              <a:gd name="connsiteY87" fmla="*/ 190204 h 288055"/>
              <a:gd name="connsiteX88" fmla="*/ 1104078 w 1225647"/>
              <a:gd name="connsiteY88" fmla="*/ 190204 h 288055"/>
              <a:gd name="connsiteX89" fmla="*/ 1045503 w 1225647"/>
              <a:gd name="connsiteY89" fmla="*/ 129735 h 288055"/>
              <a:gd name="connsiteX90" fmla="*/ 1151601 w 1225647"/>
              <a:gd name="connsiteY90" fmla="*/ 98951 h 288055"/>
              <a:gd name="connsiteX91" fmla="*/ 1177572 w 1225647"/>
              <a:gd name="connsiteY91" fmla="*/ 98951 h 288055"/>
              <a:gd name="connsiteX92" fmla="*/ 1225648 w 1225647"/>
              <a:gd name="connsiteY92" fmla="*/ 144028 h 288055"/>
              <a:gd name="connsiteX93" fmla="*/ 1177572 w 1225647"/>
              <a:gd name="connsiteY93" fmla="*/ 189104 h 288055"/>
              <a:gd name="connsiteX94" fmla="*/ 1151601 w 1225647"/>
              <a:gd name="connsiteY94" fmla="*/ 189104 h 288055"/>
              <a:gd name="connsiteX95" fmla="*/ 1151601 w 1225647"/>
              <a:gd name="connsiteY95" fmla="*/ 98951 h 288055"/>
              <a:gd name="connsiteX96" fmla="*/ 1176467 w 1225647"/>
              <a:gd name="connsiteY96" fmla="*/ 176461 h 288055"/>
              <a:gd name="connsiteX97" fmla="*/ 1210728 w 1225647"/>
              <a:gd name="connsiteY97" fmla="*/ 144028 h 288055"/>
              <a:gd name="connsiteX98" fmla="*/ 1176467 w 1225647"/>
              <a:gd name="connsiteY98" fmla="*/ 111595 h 288055"/>
              <a:gd name="connsiteX99" fmla="*/ 1165968 w 1225647"/>
              <a:gd name="connsiteY99" fmla="*/ 111595 h 288055"/>
              <a:gd name="connsiteX100" fmla="*/ 1165968 w 1225647"/>
              <a:gd name="connsiteY100" fmla="*/ 176461 h 288055"/>
              <a:gd name="connsiteX101" fmla="*/ 1176467 w 1225647"/>
              <a:gd name="connsiteY101" fmla="*/ 176461 h 2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25647" h="288055">
                <a:moveTo>
                  <a:pt x="290113" y="142928"/>
                </a:moveTo>
                <a:cubicBezTo>
                  <a:pt x="290666" y="222636"/>
                  <a:pt x="226565" y="287502"/>
                  <a:pt x="146440" y="288052"/>
                </a:cubicBezTo>
                <a:cubicBezTo>
                  <a:pt x="66314" y="288602"/>
                  <a:pt x="1109" y="224286"/>
                  <a:pt x="4" y="145127"/>
                </a:cubicBezTo>
                <a:cubicBezTo>
                  <a:pt x="-549" y="65419"/>
                  <a:pt x="64104" y="553"/>
                  <a:pt x="143677" y="4"/>
                </a:cubicBezTo>
                <a:cubicBezTo>
                  <a:pt x="144229" y="4"/>
                  <a:pt x="144229" y="4"/>
                  <a:pt x="144782" y="4"/>
                </a:cubicBezTo>
                <a:cubicBezTo>
                  <a:pt x="224908" y="-546"/>
                  <a:pt x="289561" y="63220"/>
                  <a:pt x="290113" y="142928"/>
                </a:cubicBezTo>
                <a:moveTo>
                  <a:pt x="358634" y="144028"/>
                </a:moveTo>
                <a:cubicBezTo>
                  <a:pt x="358082" y="118741"/>
                  <a:pt x="378528" y="98402"/>
                  <a:pt x="403394" y="97852"/>
                </a:cubicBezTo>
                <a:cubicBezTo>
                  <a:pt x="403947" y="97852"/>
                  <a:pt x="404499" y="97852"/>
                  <a:pt x="405052" y="97852"/>
                </a:cubicBezTo>
                <a:cubicBezTo>
                  <a:pt x="419419" y="97302"/>
                  <a:pt x="433234" y="103899"/>
                  <a:pt x="441523" y="115443"/>
                </a:cubicBezTo>
                <a:lnTo>
                  <a:pt x="430471" y="123139"/>
                </a:lnTo>
                <a:cubicBezTo>
                  <a:pt x="424392" y="114893"/>
                  <a:pt x="414446" y="109946"/>
                  <a:pt x="404499" y="111045"/>
                </a:cubicBezTo>
                <a:cubicBezTo>
                  <a:pt x="386264" y="111045"/>
                  <a:pt x="373002" y="125338"/>
                  <a:pt x="373002" y="144578"/>
                </a:cubicBezTo>
                <a:cubicBezTo>
                  <a:pt x="371896" y="162168"/>
                  <a:pt x="385159" y="177010"/>
                  <a:pt x="402841" y="178110"/>
                </a:cubicBezTo>
                <a:cubicBezTo>
                  <a:pt x="403394" y="178110"/>
                  <a:pt x="404499" y="178110"/>
                  <a:pt x="405052" y="178110"/>
                </a:cubicBezTo>
                <a:cubicBezTo>
                  <a:pt x="416104" y="178660"/>
                  <a:pt x="426050" y="173712"/>
                  <a:pt x="432681" y="164917"/>
                </a:cubicBezTo>
                <a:lnTo>
                  <a:pt x="443733" y="172613"/>
                </a:lnTo>
                <a:cubicBezTo>
                  <a:pt x="427708" y="193502"/>
                  <a:pt x="397868" y="197350"/>
                  <a:pt x="376870" y="181408"/>
                </a:cubicBezTo>
                <a:cubicBezTo>
                  <a:pt x="365818" y="172063"/>
                  <a:pt x="359187" y="158320"/>
                  <a:pt x="358634" y="144028"/>
                </a:cubicBezTo>
                <a:moveTo>
                  <a:pt x="478546" y="144028"/>
                </a:moveTo>
                <a:cubicBezTo>
                  <a:pt x="477994" y="118191"/>
                  <a:pt x="498992" y="96753"/>
                  <a:pt x="524964" y="96203"/>
                </a:cubicBezTo>
                <a:cubicBezTo>
                  <a:pt x="550936" y="95653"/>
                  <a:pt x="572487" y="116542"/>
                  <a:pt x="573039" y="142379"/>
                </a:cubicBezTo>
                <a:cubicBezTo>
                  <a:pt x="573592" y="168215"/>
                  <a:pt x="552593" y="189654"/>
                  <a:pt x="526622" y="190204"/>
                </a:cubicBezTo>
                <a:cubicBezTo>
                  <a:pt x="526622" y="190204"/>
                  <a:pt x="526069" y="190204"/>
                  <a:pt x="526069" y="190204"/>
                </a:cubicBezTo>
                <a:cubicBezTo>
                  <a:pt x="500650" y="190753"/>
                  <a:pt x="479651" y="170964"/>
                  <a:pt x="479099" y="145677"/>
                </a:cubicBezTo>
                <a:cubicBezTo>
                  <a:pt x="478546" y="145127"/>
                  <a:pt x="478546" y="144578"/>
                  <a:pt x="478546" y="144028"/>
                </a:cubicBezTo>
                <a:moveTo>
                  <a:pt x="558119" y="144028"/>
                </a:moveTo>
                <a:cubicBezTo>
                  <a:pt x="558119" y="126437"/>
                  <a:pt x="543752" y="112145"/>
                  <a:pt x="526069" y="112145"/>
                </a:cubicBezTo>
                <a:cubicBezTo>
                  <a:pt x="508386" y="112145"/>
                  <a:pt x="494019" y="126437"/>
                  <a:pt x="494019" y="144028"/>
                </a:cubicBezTo>
                <a:cubicBezTo>
                  <a:pt x="494019" y="144028"/>
                  <a:pt x="494019" y="144028"/>
                  <a:pt x="494019" y="144028"/>
                </a:cubicBezTo>
                <a:cubicBezTo>
                  <a:pt x="494019" y="161619"/>
                  <a:pt x="508386" y="175911"/>
                  <a:pt x="526069" y="175911"/>
                </a:cubicBezTo>
                <a:cubicBezTo>
                  <a:pt x="543199" y="176461"/>
                  <a:pt x="558119" y="161619"/>
                  <a:pt x="558119" y="144028"/>
                </a:cubicBezTo>
                <a:cubicBezTo>
                  <a:pt x="558119" y="144028"/>
                  <a:pt x="558119" y="144028"/>
                  <a:pt x="558119" y="144028"/>
                </a:cubicBezTo>
                <a:moveTo>
                  <a:pt x="629956" y="189104"/>
                </a:moveTo>
                <a:lnTo>
                  <a:pt x="615588" y="189104"/>
                </a:lnTo>
                <a:lnTo>
                  <a:pt x="615588" y="98951"/>
                </a:lnTo>
                <a:lnTo>
                  <a:pt x="644876" y="98951"/>
                </a:lnTo>
                <a:cubicBezTo>
                  <a:pt x="666427" y="98951"/>
                  <a:pt x="678584" y="110495"/>
                  <a:pt x="678584" y="127536"/>
                </a:cubicBezTo>
                <a:cubicBezTo>
                  <a:pt x="679136" y="139080"/>
                  <a:pt x="671953" y="149525"/>
                  <a:pt x="660901" y="153373"/>
                </a:cubicBezTo>
                <a:lnTo>
                  <a:pt x="683004" y="189104"/>
                </a:lnTo>
                <a:lnTo>
                  <a:pt x="667532" y="189104"/>
                </a:lnTo>
                <a:lnTo>
                  <a:pt x="647086" y="155572"/>
                </a:lnTo>
                <a:lnTo>
                  <a:pt x="630508" y="155572"/>
                </a:lnTo>
                <a:lnTo>
                  <a:pt x="629956" y="189104"/>
                </a:lnTo>
                <a:close/>
                <a:moveTo>
                  <a:pt x="644323" y="143478"/>
                </a:moveTo>
                <a:cubicBezTo>
                  <a:pt x="658138" y="143478"/>
                  <a:pt x="663664" y="137981"/>
                  <a:pt x="663664" y="127536"/>
                </a:cubicBezTo>
                <a:cubicBezTo>
                  <a:pt x="663664" y="117092"/>
                  <a:pt x="658138" y="111595"/>
                  <a:pt x="644323" y="111595"/>
                </a:cubicBezTo>
                <a:lnTo>
                  <a:pt x="629956" y="111595"/>
                </a:lnTo>
                <a:lnTo>
                  <a:pt x="629956" y="143478"/>
                </a:lnTo>
                <a:lnTo>
                  <a:pt x="644323" y="143478"/>
                </a:lnTo>
                <a:close/>
                <a:moveTo>
                  <a:pt x="740474" y="111595"/>
                </a:moveTo>
                <a:lnTo>
                  <a:pt x="713397" y="111595"/>
                </a:lnTo>
                <a:lnTo>
                  <a:pt x="713397" y="98951"/>
                </a:lnTo>
                <a:lnTo>
                  <a:pt x="781918" y="98951"/>
                </a:lnTo>
                <a:lnTo>
                  <a:pt x="781918" y="111595"/>
                </a:lnTo>
                <a:lnTo>
                  <a:pt x="754841" y="111595"/>
                </a:lnTo>
                <a:lnTo>
                  <a:pt x="754841" y="189104"/>
                </a:lnTo>
                <a:lnTo>
                  <a:pt x="740474" y="189104"/>
                </a:lnTo>
                <a:lnTo>
                  <a:pt x="740474" y="111595"/>
                </a:lnTo>
                <a:close/>
                <a:moveTo>
                  <a:pt x="822257" y="98951"/>
                </a:moveTo>
                <a:lnTo>
                  <a:pt x="836624" y="98951"/>
                </a:lnTo>
                <a:lnTo>
                  <a:pt x="836624" y="176461"/>
                </a:lnTo>
                <a:lnTo>
                  <a:pt x="876963" y="176461"/>
                </a:lnTo>
                <a:lnTo>
                  <a:pt x="876963" y="189104"/>
                </a:lnTo>
                <a:lnTo>
                  <a:pt x="822257" y="189104"/>
                </a:lnTo>
                <a:lnTo>
                  <a:pt x="822257" y="98951"/>
                </a:lnTo>
                <a:close/>
                <a:moveTo>
                  <a:pt x="969799" y="172613"/>
                </a:moveTo>
                <a:lnTo>
                  <a:pt x="932775" y="172613"/>
                </a:lnTo>
                <a:lnTo>
                  <a:pt x="925591" y="189654"/>
                </a:lnTo>
                <a:lnTo>
                  <a:pt x="911224" y="189654"/>
                </a:lnTo>
                <a:lnTo>
                  <a:pt x="951010" y="97852"/>
                </a:lnTo>
                <a:lnTo>
                  <a:pt x="951563" y="97852"/>
                </a:lnTo>
                <a:lnTo>
                  <a:pt x="991902" y="189654"/>
                </a:lnTo>
                <a:lnTo>
                  <a:pt x="976430" y="189654"/>
                </a:lnTo>
                <a:lnTo>
                  <a:pt x="969799" y="172613"/>
                </a:lnTo>
                <a:close/>
                <a:moveTo>
                  <a:pt x="938301" y="159969"/>
                </a:moveTo>
                <a:lnTo>
                  <a:pt x="964825" y="159969"/>
                </a:lnTo>
                <a:lnTo>
                  <a:pt x="951563" y="128636"/>
                </a:lnTo>
                <a:lnTo>
                  <a:pt x="938301" y="159969"/>
                </a:lnTo>
                <a:close/>
                <a:moveTo>
                  <a:pt x="1045503" y="129735"/>
                </a:moveTo>
                <a:lnTo>
                  <a:pt x="1045503" y="189104"/>
                </a:lnTo>
                <a:lnTo>
                  <a:pt x="1032241" y="189104"/>
                </a:lnTo>
                <a:lnTo>
                  <a:pt x="1032241" y="97852"/>
                </a:lnTo>
                <a:lnTo>
                  <a:pt x="1033346" y="97852"/>
                </a:lnTo>
                <a:lnTo>
                  <a:pt x="1091921" y="158320"/>
                </a:lnTo>
                <a:lnTo>
                  <a:pt x="1091921" y="98951"/>
                </a:lnTo>
                <a:lnTo>
                  <a:pt x="1105183" y="98951"/>
                </a:lnTo>
                <a:lnTo>
                  <a:pt x="1105183" y="190204"/>
                </a:lnTo>
                <a:lnTo>
                  <a:pt x="1104078" y="190204"/>
                </a:lnTo>
                <a:lnTo>
                  <a:pt x="1045503" y="129735"/>
                </a:lnTo>
                <a:close/>
                <a:moveTo>
                  <a:pt x="1151601" y="98951"/>
                </a:moveTo>
                <a:lnTo>
                  <a:pt x="1177572" y="98951"/>
                </a:lnTo>
                <a:cubicBezTo>
                  <a:pt x="1207412" y="98951"/>
                  <a:pt x="1225648" y="117642"/>
                  <a:pt x="1225648" y="144028"/>
                </a:cubicBezTo>
                <a:cubicBezTo>
                  <a:pt x="1225648" y="170414"/>
                  <a:pt x="1207412" y="189104"/>
                  <a:pt x="1177572" y="189104"/>
                </a:cubicBezTo>
                <a:lnTo>
                  <a:pt x="1151601" y="189104"/>
                </a:lnTo>
                <a:lnTo>
                  <a:pt x="1151601" y="98951"/>
                </a:lnTo>
                <a:close/>
                <a:moveTo>
                  <a:pt x="1176467" y="176461"/>
                </a:moveTo>
                <a:cubicBezTo>
                  <a:pt x="1200228" y="176461"/>
                  <a:pt x="1210728" y="163268"/>
                  <a:pt x="1210728" y="144028"/>
                </a:cubicBezTo>
                <a:cubicBezTo>
                  <a:pt x="1210728" y="124788"/>
                  <a:pt x="1200228" y="111595"/>
                  <a:pt x="1176467" y="111595"/>
                </a:cubicBezTo>
                <a:lnTo>
                  <a:pt x="1165968" y="111595"/>
                </a:lnTo>
                <a:lnTo>
                  <a:pt x="1165968" y="176461"/>
                </a:lnTo>
                <a:lnTo>
                  <a:pt x="1176467" y="176461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CD7AD3-2166-470D-9CBB-EB95F9EE39D1}"/>
              </a:ext>
            </a:extLst>
          </p:cNvPr>
          <p:cNvSpPr>
            <a:spLocks/>
          </p:cNvSpPr>
          <p:nvPr userDrawn="1"/>
        </p:nvSpPr>
        <p:spPr>
          <a:xfrm>
            <a:off x="10025063" y="6381751"/>
            <a:ext cx="369093" cy="370424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D0CA434-9077-478C-AA9B-F7AC3985393E}"/>
              </a:ext>
            </a:extLst>
          </p:cNvPr>
          <p:cNvSpPr/>
          <p:nvPr userDrawn="1"/>
        </p:nvSpPr>
        <p:spPr>
          <a:xfrm>
            <a:off x="10059820" y="6414693"/>
            <a:ext cx="307338" cy="300142"/>
          </a:xfrm>
          <a:custGeom>
            <a:avLst/>
            <a:gdLst>
              <a:gd name="connsiteX0" fmla="*/ 142100 w 307338"/>
              <a:gd name="connsiteY0" fmla="*/ 249019 h 300142"/>
              <a:gd name="connsiteX1" fmla="*/ 54791 w 307338"/>
              <a:gd name="connsiteY1" fmla="*/ 137977 h 300142"/>
              <a:gd name="connsiteX2" fmla="*/ 142100 w 307338"/>
              <a:gd name="connsiteY2" fmla="*/ 51123 h 300142"/>
              <a:gd name="connsiteX3" fmla="*/ 142100 w 307338"/>
              <a:gd name="connsiteY3" fmla="*/ 69813 h 300142"/>
              <a:gd name="connsiteX4" fmla="*/ 73579 w 307338"/>
              <a:gd name="connsiteY4" fmla="*/ 162714 h 300142"/>
              <a:gd name="connsiteX5" fmla="*/ 142100 w 307338"/>
              <a:gd name="connsiteY5" fmla="*/ 230879 h 300142"/>
              <a:gd name="connsiteX6" fmla="*/ 142100 w 307338"/>
              <a:gd name="connsiteY6" fmla="*/ 249019 h 300142"/>
              <a:gd name="connsiteX7" fmla="*/ 155362 w 307338"/>
              <a:gd name="connsiteY7" fmla="*/ 18140 h 300142"/>
              <a:gd name="connsiteX8" fmla="*/ 149284 w 307338"/>
              <a:gd name="connsiteY8" fmla="*/ 18140 h 300142"/>
              <a:gd name="connsiteX9" fmla="*/ 23846 w 307338"/>
              <a:gd name="connsiteY9" fmla="*/ 156668 h 300142"/>
              <a:gd name="connsiteX10" fmla="*/ 147074 w 307338"/>
              <a:gd name="connsiteY10" fmla="*/ 281452 h 300142"/>
              <a:gd name="connsiteX11" fmla="*/ 155362 w 307338"/>
              <a:gd name="connsiteY11" fmla="*/ 281452 h 300142"/>
              <a:gd name="connsiteX12" fmla="*/ 167519 w 307338"/>
              <a:gd name="connsiteY12" fmla="*/ 280902 h 300142"/>
              <a:gd name="connsiteX13" fmla="*/ 169730 w 307338"/>
              <a:gd name="connsiteY13" fmla="*/ 280902 h 300142"/>
              <a:gd name="connsiteX14" fmla="*/ 169730 w 307338"/>
              <a:gd name="connsiteY14" fmla="*/ 230329 h 300142"/>
              <a:gd name="connsiteX15" fmla="*/ 174703 w 307338"/>
              <a:gd name="connsiteY15" fmla="*/ 229229 h 300142"/>
              <a:gd name="connsiteX16" fmla="*/ 179124 w 307338"/>
              <a:gd name="connsiteY16" fmla="*/ 228130 h 300142"/>
              <a:gd name="connsiteX17" fmla="*/ 235488 w 307338"/>
              <a:gd name="connsiteY17" fmla="*/ 127533 h 300142"/>
              <a:gd name="connsiteX18" fmla="*/ 169730 w 307338"/>
              <a:gd name="connsiteY18" fmla="*/ 69264 h 300142"/>
              <a:gd name="connsiteX19" fmla="*/ 169730 w 307338"/>
              <a:gd name="connsiteY19" fmla="*/ 51123 h 300142"/>
              <a:gd name="connsiteX20" fmla="*/ 256486 w 307338"/>
              <a:gd name="connsiteY20" fmla="*/ 163264 h 300142"/>
              <a:gd name="connsiteX21" fmla="*/ 190728 w 307338"/>
              <a:gd name="connsiteY21" fmla="*/ 244621 h 300142"/>
              <a:gd name="connsiteX22" fmla="*/ 189070 w 307338"/>
              <a:gd name="connsiteY22" fmla="*/ 245171 h 300142"/>
              <a:gd name="connsiteX23" fmla="*/ 189070 w 307338"/>
              <a:gd name="connsiteY23" fmla="*/ 278154 h 300142"/>
              <a:gd name="connsiteX24" fmla="*/ 190176 w 307338"/>
              <a:gd name="connsiteY24" fmla="*/ 278154 h 300142"/>
              <a:gd name="connsiteX25" fmla="*/ 191281 w 307338"/>
              <a:gd name="connsiteY25" fmla="*/ 277604 h 300142"/>
              <a:gd name="connsiteX26" fmla="*/ 283563 w 307338"/>
              <a:gd name="connsiteY26" fmla="*/ 114890 h 300142"/>
              <a:gd name="connsiteX27" fmla="*/ 160336 w 307338"/>
              <a:gd name="connsiteY27" fmla="*/ 18140 h 300142"/>
              <a:gd name="connsiteX28" fmla="*/ 155362 w 307338"/>
              <a:gd name="connsiteY28" fmla="*/ 18140 h 300142"/>
              <a:gd name="connsiteX29" fmla="*/ 155362 w 307338"/>
              <a:gd name="connsiteY29" fmla="*/ 300142 h 300142"/>
              <a:gd name="connsiteX30" fmla="*/ 145416 w 307338"/>
              <a:gd name="connsiteY30" fmla="*/ 299592 h 300142"/>
              <a:gd name="connsiteX31" fmla="*/ 85 w 307338"/>
              <a:gd name="connsiteY31" fmla="*/ 144574 h 300142"/>
              <a:gd name="connsiteX32" fmla="*/ 148731 w 307338"/>
              <a:gd name="connsiteY32" fmla="*/ 0 h 300142"/>
              <a:gd name="connsiteX33" fmla="*/ 155362 w 307338"/>
              <a:gd name="connsiteY33" fmla="*/ 0 h 300142"/>
              <a:gd name="connsiteX34" fmla="*/ 160888 w 307338"/>
              <a:gd name="connsiteY34" fmla="*/ 0 h 300142"/>
              <a:gd name="connsiteX35" fmla="*/ 264775 w 307338"/>
              <a:gd name="connsiteY35" fmla="*/ 45626 h 300142"/>
              <a:gd name="connsiteX36" fmla="*/ 307325 w 307338"/>
              <a:gd name="connsiteY36" fmla="*/ 150071 h 300142"/>
              <a:gd name="connsiteX37" fmla="*/ 173598 w 307338"/>
              <a:gd name="connsiteY37" fmla="*/ 299043 h 300142"/>
              <a:gd name="connsiteX38" fmla="*/ 155362 w 307338"/>
              <a:gd name="connsiteY38" fmla="*/ 300142 h 300142"/>
              <a:gd name="connsiteX39" fmla="*/ 155362 w 307338"/>
              <a:gd name="connsiteY39" fmla="*/ 300142 h 30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7338" h="300142">
                <a:moveTo>
                  <a:pt x="142100" y="249019"/>
                </a:moveTo>
                <a:cubicBezTo>
                  <a:pt x="86841" y="242423"/>
                  <a:pt x="48160" y="192399"/>
                  <a:pt x="54791" y="137977"/>
                </a:cubicBezTo>
                <a:cubicBezTo>
                  <a:pt x="60317" y="92351"/>
                  <a:pt x="96235" y="56620"/>
                  <a:pt x="142100" y="51123"/>
                </a:cubicBezTo>
                <a:lnTo>
                  <a:pt x="142100" y="69813"/>
                </a:lnTo>
                <a:cubicBezTo>
                  <a:pt x="97340" y="76960"/>
                  <a:pt x="66395" y="118188"/>
                  <a:pt x="73579" y="162714"/>
                </a:cubicBezTo>
                <a:cubicBezTo>
                  <a:pt x="79105" y="197896"/>
                  <a:pt x="106734" y="225381"/>
                  <a:pt x="142100" y="230879"/>
                </a:cubicBezTo>
                <a:lnTo>
                  <a:pt x="142100" y="249019"/>
                </a:lnTo>
                <a:close/>
                <a:moveTo>
                  <a:pt x="155362" y="18140"/>
                </a:moveTo>
                <a:cubicBezTo>
                  <a:pt x="153152" y="18140"/>
                  <a:pt x="151494" y="18140"/>
                  <a:pt x="149284" y="18140"/>
                </a:cubicBezTo>
                <a:cubicBezTo>
                  <a:pt x="76342" y="21988"/>
                  <a:pt x="19978" y="84106"/>
                  <a:pt x="23846" y="156668"/>
                </a:cubicBezTo>
                <a:cubicBezTo>
                  <a:pt x="27162" y="223183"/>
                  <a:pt x="80210" y="277054"/>
                  <a:pt x="147074" y="281452"/>
                </a:cubicBezTo>
                <a:lnTo>
                  <a:pt x="155362" y="281452"/>
                </a:lnTo>
                <a:cubicBezTo>
                  <a:pt x="159231" y="281452"/>
                  <a:pt x="163651" y="281452"/>
                  <a:pt x="167519" y="280902"/>
                </a:cubicBezTo>
                <a:lnTo>
                  <a:pt x="169730" y="280902"/>
                </a:lnTo>
                <a:lnTo>
                  <a:pt x="169730" y="230329"/>
                </a:lnTo>
                <a:cubicBezTo>
                  <a:pt x="169730" y="230329"/>
                  <a:pt x="172493" y="229779"/>
                  <a:pt x="174703" y="229229"/>
                </a:cubicBezTo>
                <a:lnTo>
                  <a:pt x="179124" y="228130"/>
                </a:lnTo>
                <a:cubicBezTo>
                  <a:pt x="222778" y="216036"/>
                  <a:pt x="247645" y="170410"/>
                  <a:pt x="235488" y="127533"/>
                </a:cubicBezTo>
                <a:cubicBezTo>
                  <a:pt x="226646" y="97299"/>
                  <a:pt x="201227" y="74211"/>
                  <a:pt x="169730" y="69264"/>
                </a:cubicBezTo>
                <a:lnTo>
                  <a:pt x="169730" y="51123"/>
                </a:lnTo>
                <a:cubicBezTo>
                  <a:pt x="224436" y="58269"/>
                  <a:pt x="263670" y="108293"/>
                  <a:pt x="256486" y="163264"/>
                </a:cubicBezTo>
                <a:cubicBezTo>
                  <a:pt x="251513" y="200644"/>
                  <a:pt x="226094" y="231978"/>
                  <a:pt x="190728" y="244621"/>
                </a:cubicBezTo>
                <a:lnTo>
                  <a:pt x="189070" y="245171"/>
                </a:lnTo>
                <a:lnTo>
                  <a:pt x="189070" y="278154"/>
                </a:lnTo>
                <a:lnTo>
                  <a:pt x="190176" y="278154"/>
                </a:lnTo>
                <a:lnTo>
                  <a:pt x="191281" y="277604"/>
                </a:lnTo>
                <a:cubicBezTo>
                  <a:pt x="262012" y="257814"/>
                  <a:pt x="302904" y="185253"/>
                  <a:pt x="283563" y="114890"/>
                </a:cubicBezTo>
                <a:cubicBezTo>
                  <a:pt x="267538" y="59369"/>
                  <a:pt x="217805" y="20339"/>
                  <a:pt x="160336" y="18140"/>
                </a:cubicBezTo>
                <a:lnTo>
                  <a:pt x="155362" y="18140"/>
                </a:lnTo>
                <a:close/>
                <a:moveTo>
                  <a:pt x="155362" y="300142"/>
                </a:moveTo>
                <a:cubicBezTo>
                  <a:pt x="152047" y="300142"/>
                  <a:pt x="148731" y="300142"/>
                  <a:pt x="145416" y="299592"/>
                </a:cubicBezTo>
                <a:cubicBezTo>
                  <a:pt x="62527" y="297394"/>
                  <a:pt x="-2678" y="227580"/>
                  <a:pt x="85" y="144574"/>
                </a:cubicBezTo>
                <a:cubicBezTo>
                  <a:pt x="2848" y="64866"/>
                  <a:pt x="68053" y="1099"/>
                  <a:pt x="148731" y="0"/>
                </a:cubicBezTo>
                <a:lnTo>
                  <a:pt x="155362" y="0"/>
                </a:lnTo>
                <a:lnTo>
                  <a:pt x="160888" y="0"/>
                </a:lnTo>
                <a:cubicBezTo>
                  <a:pt x="200122" y="1099"/>
                  <a:pt x="237698" y="17591"/>
                  <a:pt x="264775" y="45626"/>
                </a:cubicBezTo>
                <a:cubicBezTo>
                  <a:pt x="292405" y="73661"/>
                  <a:pt x="307877" y="111042"/>
                  <a:pt x="307325" y="150071"/>
                </a:cubicBezTo>
                <a:cubicBezTo>
                  <a:pt x="306772" y="226481"/>
                  <a:pt x="249303" y="290247"/>
                  <a:pt x="173598" y="299043"/>
                </a:cubicBezTo>
                <a:cubicBezTo>
                  <a:pt x="167519" y="300142"/>
                  <a:pt x="161441" y="300142"/>
                  <a:pt x="155362" y="300142"/>
                </a:cubicBezTo>
                <a:lnTo>
                  <a:pt x="155362" y="300142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215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4676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4" name="Object 2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6FA1A46-CC63-4D80-904D-B75922926F0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7010F8BF-72F8-414F-8D8C-D005BC6354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FC0C10CA-AFC8-40DE-8AEC-D9464F7881E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232B2768-A5EA-4BFA-AB55-D090EDC814ED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526987F-5ABD-4D91-B17C-F0B9412634B9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3465576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6" name="1. On-page tracker">
            <a:extLst>
              <a:ext uri="{FF2B5EF4-FFF2-40B4-BE49-F238E27FC236}">
                <a16:creationId xmlns:a16="http://schemas.microsoft.com/office/drawing/2014/main" id="{B1EAA8D2-0405-4A7F-9AC4-7F1440555A4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E9F57CC-B4EB-4302-B76F-858A4181762A}"/>
              </a:ext>
            </a:extLst>
          </p:cNvPr>
          <p:cNvSpPr>
            <a:spLocks/>
          </p:cNvSpPr>
          <p:nvPr userDrawn="1"/>
        </p:nvSpPr>
        <p:spPr>
          <a:xfrm>
            <a:off x="10069848" y="6422935"/>
            <a:ext cx="1225647" cy="288055"/>
          </a:xfrm>
          <a:custGeom>
            <a:avLst/>
            <a:gdLst>
              <a:gd name="connsiteX0" fmla="*/ 290113 w 1225647"/>
              <a:gd name="connsiteY0" fmla="*/ 142928 h 288055"/>
              <a:gd name="connsiteX1" fmla="*/ 146440 w 1225647"/>
              <a:gd name="connsiteY1" fmla="*/ 288052 h 288055"/>
              <a:gd name="connsiteX2" fmla="*/ 4 w 1225647"/>
              <a:gd name="connsiteY2" fmla="*/ 145127 h 288055"/>
              <a:gd name="connsiteX3" fmla="*/ 143677 w 1225647"/>
              <a:gd name="connsiteY3" fmla="*/ 4 h 288055"/>
              <a:gd name="connsiteX4" fmla="*/ 144782 w 1225647"/>
              <a:gd name="connsiteY4" fmla="*/ 4 h 288055"/>
              <a:gd name="connsiteX5" fmla="*/ 290113 w 1225647"/>
              <a:gd name="connsiteY5" fmla="*/ 142928 h 288055"/>
              <a:gd name="connsiteX6" fmla="*/ 358634 w 1225647"/>
              <a:gd name="connsiteY6" fmla="*/ 144028 h 288055"/>
              <a:gd name="connsiteX7" fmla="*/ 403394 w 1225647"/>
              <a:gd name="connsiteY7" fmla="*/ 97852 h 288055"/>
              <a:gd name="connsiteX8" fmla="*/ 405052 w 1225647"/>
              <a:gd name="connsiteY8" fmla="*/ 97852 h 288055"/>
              <a:gd name="connsiteX9" fmla="*/ 441523 w 1225647"/>
              <a:gd name="connsiteY9" fmla="*/ 115443 h 288055"/>
              <a:gd name="connsiteX10" fmla="*/ 430471 w 1225647"/>
              <a:gd name="connsiteY10" fmla="*/ 123139 h 288055"/>
              <a:gd name="connsiteX11" fmla="*/ 404499 w 1225647"/>
              <a:gd name="connsiteY11" fmla="*/ 111045 h 288055"/>
              <a:gd name="connsiteX12" fmla="*/ 373002 w 1225647"/>
              <a:gd name="connsiteY12" fmla="*/ 144578 h 288055"/>
              <a:gd name="connsiteX13" fmla="*/ 402841 w 1225647"/>
              <a:gd name="connsiteY13" fmla="*/ 178110 h 288055"/>
              <a:gd name="connsiteX14" fmla="*/ 405052 w 1225647"/>
              <a:gd name="connsiteY14" fmla="*/ 178110 h 288055"/>
              <a:gd name="connsiteX15" fmla="*/ 432681 w 1225647"/>
              <a:gd name="connsiteY15" fmla="*/ 164917 h 288055"/>
              <a:gd name="connsiteX16" fmla="*/ 443733 w 1225647"/>
              <a:gd name="connsiteY16" fmla="*/ 172613 h 288055"/>
              <a:gd name="connsiteX17" fmla="*/ 376870 w 1225647"/>
              <a:gd name="connsiteY17" fmla="*/ 181408 h 288055"/>
              <a:gd name="connsiteX18" fmla="*/ 358634 w 1225647"/>
              <a:gd name="connsiteY18" fmla="*/ 144028 h 288055"/>
              <a:gd name="connsiteX19" fmla="*/ 478546 w 1225647"/>
              <a:gd name="connsiteY19" fmla="*/ 144028 h 288055"/>
              <a:gd name="connsiteX20" fmla="*/ 524964 w 1225647"/>
              <a:gd name="connsiteY20" fmla="*/ 96203 h 288055"/>
              <a:gd name="connsiteX21" fmla="*/ 573039 w 1225647"/>
              <a:gd name="connsiteY21" fmla="*/ 142379 h 288055"/>
              <a:gd name="connsiteX22" fmla="*/ 526622 w 1225647"/>
              <a:gd name="connsiteY22" fmla="*/ 190204 h 288055"/>
              <a:gd name="connsiteX23" fmla="*/ 526069 w 1225647"/>
              <a:gd name="connsiteY23" fmla="*/ 190204 h 288055"/>
              <a:gd name="connsiteX24" fmla="*/ 479099 w 1225647"/>
              <a:gd name="connsiteY24" fmla="*/ 145677 h 288055"/>
              <a:gd name="connsiteX25" fmla="*/ 478546 w 1225647"/>
              <a:gd name="connsiteY25" fmla="*/ 144028 h 288055"/>
              <a:gd name="connsiteX26" fmla="*/ 558119 w 1225647"/>
              <a:gd name="connsiteY26" fmla="*/ 144028 h 288055"/>
              <a:gd name="connsiteX27" fmla="*/ 526069 w 1225647"/>
              <a:gd name="connsiteY27" fmla="*/ 112145 h 288055"/>
              <a:gd name="connsiteX28" fmla="*/ 494019 w 1225647"/>
              <a:gd name="connsiteY28" fmla="*/ 144028 h 288055"/>
              <a:gd name="connsiteX29" fmla="*/ 494019 w 1225647"/>
              <a:gd name="connsiteY29" fmla="*/ 144028 h 288055"/>
              <a:gd name="connsiteX30" fmla="*/ 526069 w 1225647"/>
              <a:gd name="connsiteY30" fmla="*/ 175911 h 288055"/>
              <a:gd name="connsiteX31" fmla="*/ 558119 w 1225647"/>
              <a:gd name="connsiteY31" fmla="*/ 144028 h 288055"/>
              <a:gd name="connsiteX32" fmla="*/ 558119 w 1225647"/>
              <a:gd name="connsiteY32" fmla="*/ 144028 h 288055"/>
              <a:gd name="connsiteX33" fmla="*/ 629956 w 1225647"/>
              <a:gd name="connsiteY33" fmla="*/ 189104 h 288055"/>
              <a:gd name="connsiteX34" fmla="*/ 615588 w 1225647"/>
              <a:gd name="connsiteY34" fmla="*/ 189104 h 288055"/>
              <a:gd name="connsiteX35" fmla="*/ 615588 w 1225647"/>
              <a:gd name="connsiteY35" fmla="*/ 98951 h 288055"/>
              <a:gd name="connsiteX36" fmla="*/ 644876 w 1225647"/>
              <a:gd name="connsiteY36" fmla="*/ 98951 h 288055"/>
              <a:gd name="connsiteX37" fmla="*/ 678584 w 1225647"/>
              <a:gd name="connsiteY37" fmla="*/ 127536 h 288055"/>
              <a:gd name="connsiteX38" fmla="*/ 660901 w 1225647"/>
              <a:gd name="connsiteY38" fmla="*/ 153373 h 288055"/>
              <a:gd name="connsiteX39" fmla="*/ 683004 w 1225647"/>
              <a:gd name="connsiteY39" fmla="*/ 189104 h 288055"/>
              <a:gd name="connsiteX40" fmla="*/ 667532 w 1225647"/>
              <a:gd name="connsiteY40" fmla="*/ 189104 h 288055"/>
              <a:gd name="connsiteX41" fmla="*/ 647086 w 1225647"/>
              <a:gd name="connsiteY41" fmla="*/ 155572 h 288055"/>
              <a:gd name="connsiteX42" fmla="*/ 630508 w 1225647"/>
              <a:gd name="connsiteY42" fmla="*/ 155572 h 288055"/>
              <a:gd name="connsiteX43" fmla="*/ 629956 w 1225647"/>
              <a:gd name="connsiteY43" fmla="*/ 189104 h 288055"/>
              <a:gd name="connsiteX44" fmla="*/ 644323 w 1225647"/>
              <a:gd name="connsiteY44" fmla="*/ 143478 h 288055"/>
              <a:gd name="connsiteX45" fmla="*/ 663664 w 1225647"/>
              <a:gd name="connsiteY45" fmla="*/ 127536 h 288055"/>
              <a:gd name="connsiteX46" fmla="*/ 644323 w 1225647"/>
              <a:gd name="connsiteY46" fmla="*/ 111595 h 288055"/>
              <a:gd name="connsiteX47" fmla="*/ 629956 w 1225647"/>
              <a:gd name="connsiteY47" fmla="*/ 111595 h 288055"/>
              <a:gd name="connsiteX48" fmla="*/ 629956 w 1225647"/>
              <a:gd name="connsiteY48" fmla="*/ 143478 h 288055"/>
              <a:gd name="connsiteX49" fmla="*/ 644323 w 1225647"/>
              <a:gd name="connsiteY49" fmla="*/ 143478 h 288055"/>
              <a:gd name="connsiteX50" fmla="*/ 740474 w 1225647"/>
              <a:gd name="connsiteY50" fmla="*/ 111595 h 288055"/>
              <a:gd name="connsiteX51" fmla="*/ 713397 w 1225647"/>
              <a:gd name="connsiteY51" fmla="*/ 111595 h 288055"/>
              <a:gd name="connsiteX52" fmla="*/ 713397 w 1225647"/>
              <a:gd name="connsiteY52" fmla="*/ 98951 h 288055"/>
              <a:gd name="connsiteX53" fmla="*/ 781918 w 1225647"/>
              <a:gd name="connsiteY53" fmla="*/ 98951 h 288055"/>
              <a:gd name="connsiteX54" fmla="*/ 781918 w 1225647"/>
              <a:gd name="connsiteY54" fmla="*/ 111595 h 288055"/>
              <a:gd name="connsiteX55" fmla="*/ 754841 w 1225647"/>
              <a:gd name="connsiteY55" fmla="*/ 111595 h 288055"/>
              <a:gd name="connsiteX56" fmla="*/ 754841 w 1225647"/>
              <a:gd name="connsiteY56" fmla="*/ 189104 h 288055"/>
              <a:gd name="connsiteX57" fmla="*/ 740474 w 1225647"/>
              <a:gd name="connsiteY57" fmla="*/ 189104 h 288055"/>
              <a:gd name="connsiteX58" fmla="*/ 740474 w 1225647"/>
              <a:gd name="connsiteY58" fmla="*/ 111595 h 288055"/>
              <a:gd name="connsiteX59" fmla="*/ 822257 w 1225647"/>
              <a:gd name="connsiteY59" fmla="*/ 98951 h 288055"/>
              <a:gd name="connsiteX60" fmla="*/ 836624 w 1225647"/>
              <a:gd name="connsiteY60" fmla="*/ 98951 h 288055"/>
              <a:gd name="connsiteX61" fmla="*/ 836624 w 1225647"/>
              <a:gd name="connsiteY61" fmla="*/ 176461 h 288055"/>
              <a:gd name="connsiteX62" fmla="*/ 876963 w 1225647"/>
              <a:gd name="connsiteY62" fmla="*/ 176461 h 288055"/>
              <a:gd name="connsiteX63" fmla="*/ 876963 w 1225647"/>
              <a:gd name="connsiteY63" fmla="*/ 189104 h 288055"/>
              <a:gd name="connsiteX64" fmla="*/ 822257 w 1225647"/>
              <a:gd name="connsiteY64" fmla="*/ 189104 h 288055"/>
              <a:gd name="connsiteX65" fmla="*/ 822257 w 1225647"/>
              <a:gd name="connsiteY65" fmla="*/ 98951 h 288055"/>
              <a:gd name="connsiteX66" fmla="*/ 969799 w 1225647"/>
              <a:gd name="connsiteY66" fmla="*/ 172613 h 288055"/>
              <a:gd name="connsiteX67" fmla="*/ 932775 w 1225647"/>
              <a:gd name="connsiteY67" fmla="*/ 172613 h 288055"/>
              <a:gd name="connsiteX68" fmla="*/ 925591 w 1225647"/>
              <a:gd name="connsiteY68" fmla="*/ 189654 h 288055"/>
              <a:gd name="connsiteX69" fmla="*/ 911224 w 1225647"/>
              <a:gd name="connsiteY69" fmla="*/ 189654 h 288055"/>
              <a:gd name="connsiteX70" fmla="*/ 951010 w 1225647"/>
              <a:gd name="connsiteY70" fmla="*/ 97852 h 288055"/>
              <a:gd name="connsiteX71" fmla="*/ 951563 w 1225647"/>
              <a:gd name="connsiteY71" fmla="*/ 97852 h 288055"/>
              <a:gd name="connsiteX72" fmla="*/ 991902 w 1225647"/>
              <a:gd name="connsiteY72" fmla="*/ 189654 h 288055"/>
              <a:gd name="connsiteX73" fmla="*/ 976430 w 1225647"/>
              <a:gd name="connsiteY73" fmla="*/ 189654 h 288055"/>
              <a:gd name="connsiteX74" fmla="*/ 969799 w 1225647"/>
              <a:gd name="connsiteY74" fmla="*/ 172613 h 288055"/>
              <a:gd name="connsiteX75" fmla="*/ 938301 w 1225647"/>
              <a:gd name="connsiteY75" fmla="*/ 159969 h 288055"/>
              <a:gd name="connsiteX76" fmla="*/ 964825 w 1225647"/>
              <a:gd name="connsiteY76" fmla="*/ 159969 h 288055"/>
              <a:gd name="connsiteX77" fmla="*/ 951563 w 1225647"/>
              <a:gd name="connsiteY77" fmla="*/ 128636 h 288055"/>
              <a:gd name="connsiteX78" fmla="*/ 938301 w 1225647"/>
              <a:gd name="connsiteY78" fmla="*/ 159969 h 288055"/>
              <a:gd name="connsiteX79" fmla="*/ 1045503 w 1225647"/>
              <a:gd name="connsiteY79" fmla="*/ 129735 h 288055"/>
              <a:gd name="connsiteX80" fmla="*/ 1045503 w 1225647"/>
              <a:gd name="connsiteY80" fmla="*/ 189104 h 288055"/>
              <a:gd name="connsiteX81" fmla="*/ 1032241 w 1225647"/>
              <a:gd name="connsiteY81" fmla="*/ 189104 h 288055"/>
              <a:gd name="connsiteX82" fmla="*/ 1032241 w 1225647"/>
              <a:gd name="connsiteY82" fmla="*/ 97852 h 288055"/>
              <a:gd name="connsiteX83" fmla="*/ 1033346 w 1225647"/>
              <a:gd name="connsiteY83" fmla="*/ 97852 h 288055"/>
              <a:gd name="connsiteX84" fmla="*/ 1091921 w 1225647"/>
              <a:gd name="connsiteY84" fmla="*/ 158320 h 288055"/>
              <a:gd name="connsiteX85" fmla="*/ 1091921 w 1225647"/>
              <a:gd name="connsiteY85" fmla="*/ 98951 h 288055"/>
              <a:gd name="connsiteX86" fmla="*/ 1105183 w 1225647"/>
              <a:gd name="connsiteY86" fmla="*/ 98951 h 288055"/>
              <a:gd name="connsiteX87" fmla="*/ 1105183 w 1225647"/>
              <a:gd name="connsiteY87" fmla="*/ 190204 h 288055"/>
              <a:gd name="connsiteX88" fmla="*/ 1104078 w 1225647"/>
              <a:gd name="connsiteY88" fmla="*/ 190204 h 288055"/>
              <a:gd name="connsiteX89" fmla="*/ 1045503 w 1225647"/>
              <a:gd name="connsiteY89" fmla="*/ 129735 h 288055"/>
              <a:gd name="connsiteX90" fmla="*/ 1151601 w 1225647"/>
              <a:gd name="connsiteY90" fmla="*/ 98951 h 288055"/>
              <a:gd name="connsiteX91" fmla="*/ 1177572 w 1225647"/>
              <a:gd name="connsiteY91" fmla="*/ 98951 h 288055"/>
              <a:gd name="connsiteX92" fmla="*/ 1225648 w 1225647"/>
              <a:gd name="connsiteY92" fmla="*/ 144028 h 288055"/>
              <a:gd name="connsiteX93" fmla="*/ 1177572 w 1225647"/>
              <a:gd name="connsiteY93" fmla="*/ 189104 h 288055"/>
              <a:gd name="connsiteX94" fmla="*/ 1151601 w 1225647"/>
              <a:gd name="connsiteY94" fmla="*/ 189104 h 288055"/>
              <a:gd name="connsiteX95" fmla="*/ 1151601 w 1225647"/>
              <a:gd name="connsiteY95" fmla="*/ 98951 h 288055"/>
              <a:gd name="connsiteX96" fmla="*/ 1176467 w 1225647"/>
              <a:gd name="connsiteY96" fmla="*/ 176461 h 288055"/>
              <a:gd name="connsiteX97" fmla="*/ 1210728 w 1225647"/>
              <a:gd name="connsiteY97" fmla="*/ 144028 h 288055"/>
              <a:gd name="connsiteX98" fmla="*/ 1176467 w 1225647"/>
              <a:gd name="connsiteY98" fmla="*/ 111595 h 288055"/>
              <a:gd name="connsiteX99" fmla="*/ 1165968 w 1225647"/>
              <a:gd name="connsiteY99" fmla="*/ 111595 h 288055"/>
              <a:gd name="connsiteX100" fmla="*/ 1165968 w 1225647"/>
              <a:gd name="connsiteY100" fmla="*/ 176461 h 288055"/>
              <a:gd name="connsiteX101" fmla="*/ 1176467 w 1225647"/>
              <a:gd name="connsiteY101" fmla="*/ 176461 h 2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25647" h="288055">
                <a:moveTo>
                  <a:pt x="290113" y="142928"/>
                </a:moveTo>
                <a:cubicBezTo>
                  <a:pt x="290666" y="222636"/>
                  <a:pt x="226565" y="287502"/>
                  <a:pt x="146440" y="288052"/>
                </a:cubicBezTo>
                <a:cubicBezTo>
                  <a:pt x="66314" y="288602"/>
                  <a:pt x="1109" y="224286"/>
                  <a:pt x="4" y="145127"/>
                </a:cubicBezTo>
                <a:cubicBezTo>
                  <a:pt x="-549" y="65419"/>
                  <a:pt x="64104" y="553"/>
                  <a:pt x="143677" y="4"/>
                </a:cubicBezTo>
                <a:cubicBezTo>
                  <a:pt x="144229" y="4"/>
                  <a:pt x="144229" y="4"/>
                  <a:pt x="144782" y="4"/>
                </a:cubicBezTo>
                <a:cubicBezTo>
                  <a:pt x="224908" y="-546"/>
                  <a:pt x="289561" y="63220"/>
                  <a:pt x="290113" y="142928"/>
                </a:cubicBezTo>
                <a:moveTo>
                  <a:pt x="358634" y="144028"/>
                </a:moveTo>
                <a:cubicBezTo>
                  <a:pt x="358082" y="118741"/>
                  <a:pt x="378528" y="98402"/>
                  <a:pt x="403394" y="97852"/>
                </a:cubicBezTo>
                <a:cubicBezTo>
                  <a:pt x="403947" y="97852"/>
                  <a:pt x="404499" y="97852"/>
                  <a:pt x="405052" y="97852"/>
                </a:cubicBezTo>
                <a:cubicBezTo>
                  <a:pt x="419419" y="97302"/>
                  <a:pt x="433234" y="103899"/>
                  <a:pt x="441523" y="115443"/>
                </a:cubicBezTo>
                <a:lnTo>
                  <a:pt x="430471" y="123139"/>
                </a:lnTo>
                <a:cubicBezTo>
                  <a:pt x="424392" y="114893"/>
                  <a:pt x="414446" y="109946"/>
                  <a:pt x="404499" y="111045"/>
                </a:cubicBezTo>
                <a:cubicBezTo>
                  <a:pt x="386264" y="111045"/>
                  <a:pt x="373002" y="125338"/>
                  <a:pt x="373002" y="144578"/>
                </a:cubicBezTo>
                <a:cubicBezTo>
                  <a:pt x="371896" y="162168"/>
                  <a:pt x="385159" y="177010"/>
                  <a:pt x="402841" y="178110"/>
                </a:cubicBezTo>
                <a:cubicBezTo>
                  <a:pt x="403394" y="178110"/>
                  <a:pt x="404499" y="178110"/>
                  <a:pt x="405052" y="178110"/>
                </a:cubicBezTo>
                <a:cubicBezTo>
                  <a:pt x="416104" y="178660"/>
                  <a:pt x="426050" y="173712"/>
                  <a:pt x="432681" y="164917"/>
                </a:cubicBezTo>
                <a:lnTo>
                  <a:pt x="443733" y="172613"/>
                </a:lnTo>
                <a:cubicBezTo>
                  <a:pt x="427708" y="193502"/>
                  <a:pt x="397868" y="197350"/>
                  <a:pt x="376870" y="181408"/>
                </a:cubicBezTo>
                <a:cubicBezTo>
                  <a:pt x="365818" y="172063"/>
                  <a:pt x="359187" y="158320"/>
                  <a:pt x="358634" y="144028"/>
                </a:cubicBezTo>
                <a:moveTo>
                  <a:pt x="478546" y="144028"/>
                </a:moveTo>
                <a:cubicBezTo>
                  <a:pt x="477994" y="118191"/>
                  <a:pt x="498992" y="96753"/>
                  <a:pt x="524964" y="96203"/>
                </a:cubicBezTo>
                <a:cubicBezTo>
                  <a:pt x="550936" y="95653"/>
                  <a:pt x="572487" y="116542"/>
                  <a:pt x="573039" y="142379"/>
                </a:cubicBezTo>
                <a:cubicBezTo>
                  <a:pt x="573592" y="168215"/>
                  <a:pt x="552593" y="189654"/>
                  <a:pt x="526622" y="190204"/>
                </a:cubicBezTo>
                <a:cubicBezTo>
                  <a:pt x="526622" y="190204"/>
                  <a:pt x="526069" y="190204"/>
                  <a:pt x="526069" y="190204"/>
                </a:cubicBezTo>
                <a:cubicBezTo>
                  <a:pt x="500650" y="190753"/>
                  <a:pt x="479651" y="170964"/>
                  <a:pt x="479099" y="145677"/>
                </a:cubicBezTo>
                <a:cubicBezTo>
                  <a:pt x="478546" y="145127"/>
                  <a:pt x="478546" y="144578"/>
                  <a:pt x="478546" y="144028"/>
                </a:cubicBezTo>
                <a:moveTo>
                  <a:pt x="558119" y="144028"/>
                </a:moveTo>
                <a:cubicBezTo>
                  <a:pt x="558119" y="126437"/>
                  <a:pt x="543752" y="112145"/>
                  <a:pt x="526069" y="112145"/>
                </a:cubicBezTo>
                <a:cubicBezTo>
                  <a:pt x="508386" y="112145"/>
                  <a:pt x="494019" y="126437"/>
                  <a:pt x="494019" y="144028"/>
                </a:cubicBezTo>
                <a:cubicBezTo>
                  <a:pt x="494019" y="144028"/>
                  <a:pt x="494019" y="144028"/>
                  <a:pt x="494019" y="144028"/>
                </a:cubicBezTo>
                <a:cubicBezTo>
                  <a:pt x="494019" y="161619"/>
                  <a:pt x="508386" y="175911"/>
                  <a:pt x="526069" y="175911"/>
                </a:cubicBezTo>
                <a:cubicBezTo>
                  <a:pt x="543199" y="176461"/>
                  <a:pt x="558119" y="161619"/>
                  <a:pt x="558119" y="144028"/>
                </a:cubicBezTo>
                <a:cubicBezTo>
                  <a:pt x="558119" y="144028"/>
                  <a:pt x="558119" y="144028"/>
                  <a:pt x="558119" y="144028"/>
                </a:cubicBezTo>
                <a:moveTo>
                  <a:pt x="629956" y="189104"/>
                </a:moveTo>
                <a:lnTo>
                  <a:pt x="615588" y="189104"/>
                </a:lnTo>
                <a:lnTo>
                  <a:pt x="615588" y="98951"/>
                </a:lnTo>
                <a:lnTo>
                  <a:pt x="644876" y="98951"/>
                </a:lnTo>
                <a:cubicBezTo>
                  <a:pt x="666427" y="98951"/>
                  <a:pt x="678584" y="110495"/>
                  <a:pt x="678584" y="127536"/>
                </a:cubicBezTo>
                <a:cubicBezTo>
                  <a:pt x="679136" y="139080"/>
                  <a:pt x="671953" y="149525"/>
                  <a:pt x="660901" y="153373"/>
                </a:cubicBezTo>
                <a:lnTo>
                  <a:pt x="683004" y="189104"/>
                </a:lnTo>
                <a:lnTo>
                  <a:pt x="667532" y="189104"/>
                </a:lnTo>
                <a:lnTo>
                  <a:pt x="647086" y="155572"/>
                </a:lnTo>
                <a:lnTo>
                  <a:pt x="630508" y="155572"/>
                </a:lnTo>
                <a:lnTo>
                  <a:pt x="629956" y="189104"/>
                </a:lnTo>
                <a:close/>
                <a:moveTo>
                  <a:pt x="644323" y="143478"/>
                </a:moveTo>
                <a:cubicBezTo>
                  <a:pt x="658138" y="143478"/>
                  <a:pt x="663664" y="137981"/>
                  <a:pt x="663664" y="127536"/>
                </a:cubicBezTo>
                <a:cubicBezTo>
                  <a:pt x="663664" y="117092"/>
                  <a:pt x="658138" y="111595"/>
                  <a:pt x="644323" y="111595"/>
                </a:cubicBezTo>
                <a:lnTo>
                  <a:pt x="629956" y="111595"/>
                </a:lnTo>
                <a:lnTo>
                  <a:pt x="629956" y="143478"/>
                </a:lnTo>
                <a:lnTo>
                  <a:pt x="644323" y="143478"/>
                </a:lnTo>
                <a:close/>
                <a:moveTo>
                  <a:pt x="740474" y="111595"/>
                </a:moveTo>
                <a:lnTo>
                  <a:pt x="713397" y="111595"/>
                </a:lnTo>
                <a:lnTo>
                  <a:pt x="713397" y="98951"/>
                </a:lnTo>
                <a:lnTo>
                  <a:pt x="781918" y="98951"/>
                </a:lnTo>
                <a:lnTo>
                  <a:pt x="781918" y="111595"/>
                </a:lnTo>
                <a:lnTo>
                  <a:pt x="754841" y="111595"/>
                </a:lnTo>
                <a:lnTo>
                  <a:pt x="754841" y="189104"/>
                </a:lnTo>
                <a:lnTo>
                  <a:pt x="740474" y="189104"/>
                </a:lnTo>
                <a:lnTo>
                  <a:pt x="740474" y="111595"/>
                </a:lnTo>
                <a:close/>
                <a:moveTo>
                  <a:pt x="822257" y="98951"/>
                </a:moveTo>
                <a:lnTo>
                  <a:pt x="836624" y="98951"/>
                </a:lnTo>
                <a:lnTo>
                  <a:pt x="836624" y="176461"/>
                </a:lnTo>
                <a:lnTo>
                  <a:pt x="876963" y="176461"/>
                </a:lnTo>
                <a:lnTo>
                  <a:pt x="876963" y="189104"/>
                </a:lnTo>
                <a:lnTo>
                  <a:pt x="822257" y="189104"/>
                </a:lnTo>
                <a:lnTo>
                  <a:pt x="822257" y="98951"/>
                </a:lnTo>
                <a:close/>
                <a:moveTo>
                  <a:pt x="969799" y="172613"/>
                </a:moveTo>
                <a:lnTo>
                  <a:pt x="932775" y="172613"/>
                </a:lnTo>
                <a:lnTo>
                  <a:pt x="925591" y="189654"/>
                </a:lnTo>
                <a:lnTo>
                  <a:pt x="911224" y="189654"/>
                </a:lnTo>
                <a:lnTo>
                  <a:pt x="951010" y="97852"/>
                </a:lnTo>
                <a:lnTo>
                  <a:pt x="951563" y="97852"/>
                </a:lnTo>
                <a:lnTo>
                  <a:pt x="991902" y="189654"/>
                </a:lnTo>
                <a:lnTo>
                  <a:pt x="976430" y="189654"/>
                </a:lnTo>
                <a:lnTo>
                  <a:pt x="969799" y="172613"/>
                </a:lnTo>
                <a:close/>
                <a:moveTo>
                  <a:pt x="938301" y="159969"/>
                </a:moveTo>
                <a:lnTo>
                  <a:pt x="964825" y="159969"/>
                </a:lnTo>
                <a:lnTo>
                  <a:pt x="951563" y="128636"/>
                </a:lnTo>
                <a:lnTo>
                  <a:pt x="938301" y="159969"/>
                </a:lnTo>
                <a:close/>
                <a:moveTo>
                  <a:pt x="1045503" y="129735"/>
                </a:moveTo>
                <a:lnTo>
                  <a:pt x="1045503" y="189104"/>
                </a:lnTo>
                <a:lnTo>
                  <a:pt x="1032241" y="189104"/>
                </a:lnTo>
                <a:lnTo>
                  <a:pt x="1032241" y="97852"/>
                </a:lnTo>
                <a:lnTo>
                  <a:pt x="1033346" y="97852"/>
                </a:lnTo>
                <a:lnTo>
                  <a:pt x="1091921" y="158320"/>
                </a:lnTo>
                <a:lnTo>
                  <a:pt x="1091921" y="98951"/>
                </a:lnTo>
                <a:lnTo>
                  <a:pt x="1105183" y="98951"/>
                </a:lnTo>
                <a:lnTo>
                  <a:pt x="1105183" y="190204"/>
                </a:lnTo>
                <a:lnTo>
                  <a:pt x="1104078" y="190204"/>
                </a:lnTo>
                <a:lnTo>
                  <a:pt x="1045503" y="129735"/>
                </a:lnTo>
                <a:close/>
                <a:moveTo>
                  <a:pt x="1151601" y="98951"/>
                </a:moveTo>
                <a:lnTo>
                  <a:pt x="1177572" y="98951"/>
                </a:lnTo>
                <a:cubicBezTo>
                  <a:pt x="1207412" y="98951"/>
                  <a:pt x="1225648" y="117642"/>
                  <a:pt x="1225648" y="144028"/>
                </a:cubicBezTo>
                <a:cubicBezTo>
                  <a:pt x="1225648" y="170414"/>
                  <a:pt x="1207412" y="189104"/>
                  <a:pt x="1177572" y="189104"/>
                </a:cubicBezTo>
                <a:lnTo>
                  <a:pt x="1151601" y="189104"/>
                </a:lnTo>
                <a:lnTo>
                  <a:pt x="1151601" y="98951"/>
                </a:lnTo>
                <a:close/>
                <a:moveTo>
                  <a:pt x="1176467" y="176461"/>
                </a:moveTo>
                <a:cubicBezTo>
                  <a:pt x="1200228" y="176461"/>
                  <a:pt x="1210728" y="163268"/>
                  <a:pt x="1210728" y="144028"/>
                </a:cubicBezTo>
                <a:cubicBezTo>
                  <a:pt x="1210728" y="124788"/>
                  <a:pt x="1200228" y="111595"/>
                  <a:pt x="1176467" y="111595"/>
                </a:cubicBezTo>
                <a:lnTo>
                  <a:pt x="1165968" y="111595"/>
                </a:lnTo>
                <a:lnTo>
                  <a:pt x="1165968" y="176461"/>
                </a:lnTo>
                <a:lnTo>
                  <a:pt x="1176467" y="176461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3ADAD0-AF8C-4725-8452-56A56A68CA40}"/>
              </a:ext>
            </a:extLst>
          </p:cNvPr>
          <p:cNvSpPr>
            <a:spLocks/>
          </p:cNvSpPr>
          <p:nvPr userDrawn="1"/>
        </p:nvSpPr>
        <p:spPr>
          <a:xfrm>
            <a:off x="10025063" y="6381751"/>
            <a:ext cx="369093" cy="370424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5631AD4-BE22-4F7E-A3DC-6EC566E89AAC}"/>
              </a:ext>
            </a:extLst>
          </p:cNvPr>
          <p:cNvSpPr/>
          <p:nvPr userDrawn="1"/>
        </p:nvSpPr>
        <p:spPr>
          <a:xfrm>
            <a:off x="10059820" y="6414693"/>
            <a:ext cx="307338" cy="300142"/>
          </a:xfrm>
          <a:custGeom>
            <a:avLst/>
            <a:gdLst>
              <a:gd name="connsiteX0" fmla="*/ 142100 w 307338"/>
              <a:gd name="connsiteY0" fmla="*/ 249019 h 300142"/>
              <a:gd name="connsiteX1" fmla="*/ 54791 w 307338"/>
              <a:gd name="connsiteY1" fmla="*/ 137977 h 300142"/>
              <a:gd name="connsiteX2" fmla="*/ 142100 w 307338"/>
              <a:gd name="connsiteY2" fmla="*/ 51123 h 300142"/>
              <a:gd name="connsiteX3" fmla="*/ 142100 w 307338"/>
              <a:gd name="connsiteY3" fmla="*/ 69813 h 300142"/>
              <a:gd name="connsiteX4" fmla="*/ 73579 w 307338"/>
              <a:gd name="connsiteY4" fmla="*/ 162714 h 300142"/>
              <a:gd name="connsiteX5" fmla="*/ 142100 w 307338"/>
              <a:gd name="connsiteY5" fmla="*/ 230879 h 300142"/>
              <a:gd name="connsiteX6" fmla="*/ 142100 w 307338"/>
              <a:gd name="connsiteY6" fmla="*/ 249019 h 300142"/>
              <a:gd name="connsiteX7" fmla="*/ 155362 w 307338"/>
              <a:gd name="connsiteY7" fmla="*/ 18140 h 300142"/>
              <a:gd name="connsiteX8" fmla="*/ 149284 w 307338"/>
              <a:gd name="connsiteY8" fmla="*/ 18140 h 300142"/>
              <a:gd name="connsiteX9" fmla="*/ 23846 w 307338"/>
              <a:gd name="connsiteY9" fmla="*/ 156668 h 300142"/>
              <a:gd name="connsiteX10" fmla="*/ 147074 w 307338"/>
              <a:gd name="connsiteY10" fmla="*/ 281452 h 300142"/>
              <a:gd name="connsiteX11" fmla="*/ 155362 w 307338"/>
              <a:gd name="connsiteY11" fmla="*/ 281452 h 300142"/>
              <a:gd name="connsiteX12" fmla="*/ 167519 w 307338"/>
              <a:gd name="connsiteY12" fmla="*/ 280902 h 300142"/>
              <a:gd name="connsiteX13" fmla="*/ 169730 w 307338"/>
              <a:gd name="connsiteY13" fmla="*/ 280902 h 300142"/>
              <a:gd name="connsiteX14" fmla="*/ 169730 w 307338"/>
              <a:gd name="connsiteY14" fmla="*/ 230329 h 300142"/>
              <a:gd name="connsiteX15" fmla="*/ 174703 w 307338"/>
              <a:gd name="connsiteY15" fmla="*/ 229229 h 300142"/>
              <a:gd name="connsiteX16" fmla="*/ 179124 w 307338"/>
              <a:gd name="connsiteY16" fmla="*/ 228130 h 300142"/>
              <a:gd name="connsiteX17" fmla="*/ 235488 w 307338"/>
              <a:gd name="connsiteY17" fmla="*/ 127533 h 300142"/>
              <a:gd name="connsiteX18" fmla="*/ 169730 w 307338"/>
              <a:gd name="connsiteY18" fmla="*/ 69264 h 300142"/>
              <a:gd name="connsiteX19" fmla="*/ 169730 w 307338"/>
              <a:gd name="connsiteY19" fmla="*/ 51123 h 300142"/>
              <a:gd name="connsiteX20" fmla="*/ 256486 w 307338"/>
              <a:gd name="connsiteY20" fmla="*/ 163264 h 300142"/>
              <a:gd name="connsiteX21" fmla="*/ 190728 w 307338"/>
              <a:gd name="connsiteY21" fmla="*/ 244621 h 300142"/>
              <a:gd name="connsiteX22" fmla="*/ 189070 w 307338"/>
              <a:gd name="connsiteY22" fmla="*/ 245171 h 300142"/>
              <a:gd name="connsiteX23" fmla="*/ 189070 w 307338"/>
              <a:gd name="connsiteY23" fmla="*/ 278154 h 300142"/>
              <a:gd name="connsiteX24" fmla="*/ 190176 w 307338"/>
              <a:gd name="connsiteY24" fmla="*/ 278154 h 300142"/>
              <a:gd name="connsiteX25" fmla="*/ 191281 w 307338"/>
              <a:gd name="connsiteY25" fmla="*/ 277604 h 300142"/>
              <a:gd name="connsiteX26" fmla="*/ 283563 w 307338"/>
              <a:gd name="connsiteY26" fmla="*/ 114890 h 300142"/>
              <a:gd name="connsiteX27" fmla="*/ 160336 w 307338"/>
              <a:gd name="connsiteY27" fmla="*/ 18140 h 300142"/>
              <a:gd name="connsiteX28" fmla="*/ 155362 w 307338"/>
              <a:gd name="connsiteY28" fmla="*/ 18140 h 300142"/>
              <a:gd name="connsiteX29" fmla="*/ 155362 w 307338"/>
              <a:gd name="connsiteY29" fmla="*/ 300142 h 300142"/>
              <a:gd name="connsiteX30" fmla="*/ 145416 w 307338"/>
              <a:gd name="connsiteY30" fmla="*/ 299592 h 300142"/>
              <a:gd name="connsiteX31" fmla="*/ 85 w 307338"/>
              <a:gd name="connsiteY31" fmla="*/ 144574 h 300142"/>
              <a:gd name="connsiteX32" fmla="*/ 148731 w 307338"/>
              <a:gd name="connsiteY32" fmla="*/ 0 h 300142"/>
              <a:gd name="connsiteX33" fmla="*/ 155362 w 307338"/>
              <a:gd name="connsiteY33" fmla="*/ 0 h 300142"/>
              <a:gd name="connsiteX34" fmla="*/ 160888 w 307338"/>
              <a:gd name="connsiteY34" fmla="*/ 0 h 300142"/>
              <a:gd name="connsiteX35" fmla="*/ 264775 w 307338"/>
              <a:gd name="connsiteY35" fmla="*/ 45626 h 300142"/>
              <a:gd name="connsiteX36" fmla="*/ 307325 w 307338"/>
              <a:gd name="connsiteY36" fmla="*/ 150071 h 300142"/>
              <a:gd name="connsiteX37" fmla="*/ 173598 w 307338"/>
              <a:gd name="connsiteY37" fmla="*/ 299043 h 300142"/>
              <a:gd name="connsiteX38" fmla="*/ 155362 w 307338"/>
              <a:gd name="connsiteY38" fmla="*/ 300142 h 300142"/>
              <a:gd name="connsiteX39" fmla="*/ 155362 w 307338"/>
              <a:gd name="connsiteY39" fmla="*/ 300142 h 30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7338" h="300142">
                <a:moveTo>
                  <a:pt x="142100" y="249019"/>
                </a:moveTo>
                <a:cubicBezTo>
                  <a:pt x="86841" y="242423"/>
                  <a:pt x="48160" y="192399"/>
                  <a:pt x="54791" y="137977"/>
                </a:cubicBezTo>
                <a:cubicBezTo>
                  <a:pt x="60317" y="92351"/>
                  <a:pt x="96235" y="56620"/>
                  <a:pt x="142100" y="51123"/>
                </a:cubicBezTo>
                <a:lnTo>
                  <a:pt x="142100" y="69813"/>
                </a:lnTo>
                <a:cubicBezTo>
                  <a:pt x="97340" y="76960"/>
                  <a:pt x="66395" y="118188"/>
                  <a:pt x="73579" y="162714"/>
                </a:cubicBezTo>
                <a:cubicBezTo>
                  <a:pt x="79105" y="197896"/>
                  <a:pt x="106734" y="225381"/>
                  <a:pt x="142100" y="230879"/>
                </a:cubicBezTo>
                <a:lnTo>
                  <a:pt x="142100" y="249019"/>
                </a:lnTo>
                <a:close/>
                <a:moveTo>
                  <a:pt x="155362" y="18140"/>
                </a:moveTo>
                <a:cubicBezTo>
                  <a:pt x="153152" y="18140"/>
                  <a:pt x="151494" y="18140"/>
                  <a:pt x="149284" y="18140"/>
                </a:cubicBezTo>
                <a:cubicBezTo>
                  <a:pt x="76342" y="21988"/>
                  <a:pt x="19978" y="84106"/>
                  <a:pt x="23846" y="156668"/>
                </a:cubicBezTo>
                <a:cubicBezTo>
                  <a:pt x="27162" y="223183"/>
                  <a:pt x="80210" y="277054"/>
                  <a:pt x="147074" y="281452"/>
                </a:cubicBezTo>
                <a:lnTo>
                  <a:pt x="155362" y="281452"/>
                </a:lnTo>
                <a:cubicBezTo>
                  <a:pt x="159231" y="281452"/>
                  <a:pt x="163651" y="281452"/>
                  <a:pt x="167519" y="280902"/>
                </a:cubicBezTo>
                <a:lnTo>
                  <a:pt x="169730" y="280902"/>
                </a:lnTo>
                <a:lnTo>
                  <a:pt x="169730" y="230329"/>
                </a:lnTo>
                <a:cubicBezTo>
                  <a:pt x="169730" y="230329"/>
                  <a:pt x="172493" y="229779"/>
                  <a:pt x="174703" y="229229"/>
                </a:cubicBezTo>
                <a:lnTo>
                  <a:pt x="179124" y="228130"/>
                </a:lnTo>
                <a:cubicBezTo>
                  <a:pt x="222778" y="216036"/>
                  <a:pt x="247645" y="170410"/>
                  <a:pt x="235488" y="127533"/>
                </a:cubicBezTo>
                <a:cubicBezTo>
                  <a:pt x="226646" y="97299"/>
                  <a:pt x="201227" y="74211"/>
                  <a:pt x="169730" y="69264"/>
                </a:cubicBezTo>
                <a:lnTo>
                  <a:pt x="169730" y="51123"/>
                </a:lnTo>
                <a:cubicBezTo>
                  <a:pt x="224436" y="58269"/>
                  <a:pt x="263670" y="108293"/>
                  <a:pt x="256486" y="163264"/>
                </a:cubicBezTo>
                <a:cubicBezTo>
                  <a:pt x="251513" y="200644"/>
                  <a:pt x="226094" y="231978"/>
                  <a:pt x="190728" y="244621"/>
                </a:cubicBezTo>
                <a:lnTo>
                  <a:pt x="189070" y="245171"/>
                </a:lnTo>
                <a:lnTo>
                  <a:pt x="189070" y="278154"/>
                </a:lnTo>
                <a:lnTo>
                  <a:pt x="190176" y="278154"/>
                </a:lnTo>
                <a:lnTo>
                  <a:pt x="191281" y="277604"/>
                </a:lnTo>
                <a:cubicBezTo>
                  <a:pt x="262012" y="257814"/>
                  <a:pt x="302904" y="185253"/>
                  <a:pt x="283563" y="114890"/>
                </a:cubicBezTo>
                <a:cubicBezTo>
                  <a:pt x="267538" y="59369"/>
                  <a:pt x="217805" y="20339"/>
                  <a:pt x="160336" y="18140"/>
                </a:cubicBezTo>
                <a:lnTo>
                  <a:pt x="155362" y="18140"/>
                </a:lnTo>
                <a:close/>
                <a:moveTo>
                  <a:pt x="155362" y="300142"/>
                </a:moveTo>
                <a:cubicBezTo>
                  <a:pt x="152047" y="300142"/>
                  <a:pt x="148731" y="300142"/>
                  <a:pt x="145416" y="299592"/>
                </a:cubicBezTo>
                <a:cubicBezTo>
                  <a:pt x="62527" y="297394"/>
                  <a:pt x="-2678" y="227580"/>
                  <a:pt x="85" y="144574"/>
                </a:cubicBezTo>
                <a:cubicBezTo>
                  <a:pt x="2848" y="64866"/>
                  <a:pt x="68053" y="1099"/>
                  <a:pt x="148731" y="0"/>
                </a:cubicBezTo>
                <a:lnTo>
                  <a:pt x="155362" y="0"/>
                </a:lnTo>
                <a:lnTo>
                  <a:pt x="160888" y="0"/>
                </a:lnTo>
                <a:cubicBezTo>
                  <a:pt x="200122" y="1099"/>
                  <a:pt x="237698" y="17591"/>
                  <a:pt x="264775" y="45626"/>
                </a:cubicBezTo>
                <a:cubicBezTo>
                  <a:pt x="292405" y="73661"/>
                  <a:pt x="307877" y="111042"/>
                  <a:pt x="307325" y="150071"/>
                </a:cubicBezTo>
                <a:cubicBezTo>
                  <a:pt x="306772" y="226481"/>
                  <a:pt x="249303" y="290247"/>
                  <a:pt x="173598" y="299043"/>
                </a:cubicBezTo>
                <a:cubicBezTo>
                  <a:pt x="167519" y="300142"/>
                  <a:pt x="161441" y="300142"/>
                  <a:pt x="155362" y="300142"/>
                </a:cubicBezTo>
                <a:lnTo>
                  <a:pt x="155362" y="300142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334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7458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8BFB0ED8-027D-4B9A-B0F0-B541754448E6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385DC14F-9191-4CCE-AD84-B67B1AAA673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5065776" cy="384721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71CE4FFA-8589-45F0-A91B-DDF15C2EDD6D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50657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FC217CEC-CFE1-4B34-9DE5-CA0CBAAD07D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5065776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6410748B-1DCC-4D05-8053-71ABF0D6ABD0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C2D757E-86BB-4D07-91DB-7CD1997B5803}"/>
              </a:ext>
            </a:extLst>
          </p:cNvPr>
          <p:cNvSpPr>
            <a:spLocks/>
          </p:cNvSpPr>
          <p:nvPr userDrawn="1"/>
        </p:nvSpPr>
        <p:spPr>
          <a:xfrm>
            <a:off x="10069848" y="6422935"/>
            <a:ext cx="1225647" cy="288055"/>
          </a:xfrm>
          <a:custGeom>
            <a:avLst/>
            <a:gdLst>
              <a:gd name="connsiteX0" fmla="*/ 290113 w 1225647"/>
              <a:gd name="connsiteY0" fmla="*/ 142928 h 288055"/>
              <a:gd name="connsiteX1" fmla="*/ 146440 w 1225647"/>
              <a:gd name="connsiteY1" fmla="*/ 288052 h 288055"/>
              <a:gd name="connsiteX2" fmla="*/ 4 w 1225647"/>
              <a:gd name="connsiteY2" fmla="*/ 145127 h 288055"/>
              <a:gd name="connsiteX3" fmla="*/ 143677 w 1225647"/>
              <a:gd name="connsiteY3" fmla="*/ 4 h 288055"/>
              <a:gd name="connsiteX4" fmla="*/ 144782 w 1225647"/>
              <a:gd name="connsiteY4" fmla="*/ 4 h 288055"/>
              <a:gd name="connsiteX5" fmla="*/ 290113 w 1225647"/>
              <a:gd name="connsiteY5" fmla="*/ 142928 h 288055"/>
              <a:gd name="connsiteX6" fmla="*/ 358634 w 1225647"/>
              <a:gd name="connsiteY6" fmla="*/ 144028 h 288055"/>
              <a:gd name="connsiteX7" fmla="*/ 403394 w 1225647"/>
              <a:gd name="connsiteY7" fmla="*/ 97852 h 288055"/>
              <a:gd name="connsiteX8" fmla="*/ 405052 w 1225647"/>
              <a:gd name="connsiteY8" fmla="*/ 97852 h 288055"/>
              <a:gd name="connsiteX9" fmla="*/ 441523 w 1225647"/>
              <a:gd name="connsiteY9" fmla="*/ 115443 h 288055"/>
              <a:gd name="connsiteX10" fmla="*/ 430471 w 1225647"/>
              <a:gd name="connsiteY10" fmla="*/ 123139 h 288055"/>
              <a:gd name="connsiteX11" fmla="*/ 404499 w 1225647"/>
              <a:gd name="connsiteY11" fmla="*/ 111045 h 288055"/>
              <a:gd name="connsiteX12" fmla="*/ 373002 w 1225647"/>
              <a:gd name="connsiteY12" fmla="*/ 144578 h 288055"/>
              <a:gd name="connsiteX13" fmla="*/ 402841 w 1225647"/>
              <a:gd name="connsiteY13" fmla="*/ 178110 h 288055"/>
              <a:gd name="connsiteX14" fmla="*/ 405052 w 1225647"/>
              <a:gd name="connsiteY14" fmla="*/ 178110 h 288055"/>
              <a:gd name="connsiteX15" fmla="*/ 432681 w 1225647"/>
              <a:gd name="connsiteY15" fmla="*/ 164917 h 288055"/>
              <a:gd name="connsiteX16" fmla="*/ 443733 w 1225647"/>
              <a:gd name="connsiteY16" fmla="*/ 172613 h 288055"/>
              <a:gd name="connsiteX17" fmla="*/ 376870 w 1225647"/>
              <a:gd name="connsiteY17" fmla="*/ 181408 h 288055"/>
              <a:gd name="connsiteX18" fmla="*/ 358634 w 1225647"/>
              <a:gd name="connsiteY18" fmla="*/ 144028 h 288055"/>
              <a:gd name="connsiteX19" fmla="*/ 478546 w 1225647"/>
              <a:gd name="connsiteY19" fmla="*/ 144028 h 288055"/>
              <a:gd name="connsiteX20" fmla="*/ 524964 w 1225647"/>
              <a:gd name="connsiteY20" fmla="*/ 96203 h 288055"/>
              <a:gd name="connsiteX21" fmla="*/ 573039 w 1225647"/>
              <a:gd name="connsiteY21" fmla="*/ 142379 h 288055"/>
              <a:gd name="connsiteX22" fmla="*/ 526622 w 1225647"/>
              <a:gd name="connsiteY22" fmla="*/ 190204 h 288055"/>
              <a:gd name="connsiteX23" fmla="*/ 526069 w 1225647"/>
              <a:gd name="connsiteY23" fmla="*/ 190204 h 288055"/>
              <a:gd name="connsiteX24" fmla="*/ 479099 w 1225647"/>
              <a:gd name="connsiteY24" fmla="*/ 145677 h 288055"/>
              <a:gd name="connsiteX25" fmla="*/ 478546 w 1225647"/>
              <a:gd name="connsiteY25" fmla="*/ 144028 h 288055"/>
              <a:gd name="connsiteX26" fmla="*/ 558119 w 1225647"/>
              <a:gd name="connsiteY26" fmla="*/ 144028 h 288055"/>
              <a:gd name="connsiteX27" fmla="*/ 526069 w 1225647"/>
              <a:gd name="connsiteY27" fmla="*/ 112145 h 288055"/>
              <a:gd name="connsiteX28" fmla="*/ 494019 w 1225647"/>
              <a:gd name="connsiteY28" fmla="*/ 144028 h 288055"/>
              <a:gd name="connsiteX29" fmla="*/ 494019 w 1225647"/>
              <a:gd name="connsiteY29" fmla="*/ 144028 h 288055"/>
              <a:gd name="connsiteX30" fmla="*/ 526069 w 1225647"/>
              <a:gd name="connsiteY30" fmla="*/ 175911 h 288055"/>
              <a:gd name="connsiteX31" fmla="*/ 558119 w 1225647"/>
              <a:gd name="connsiteY31" fmla="*/ 144028 h 288055"/>
              <a:gd name="connsiteX32" fmla="*/ 558119 w 1225647"/>
              <a:gd name="connsiteY32" fmla="*/ 144028 h 288055"/>
              <a:gd name="connsiteX33" fmla="*/ 629956 w 1225647"/>
              <a:gd name="connsiteY33" fmla="*/ 189104 h 288055"/>
              <a:gd name="connsiteX34" fmla="*/ 615588 w 1225647"/>
              <a:gd name="connsiteY34" fmla="*/ 189104 h 288055"/>
              <a:gd name="connsiteX35" fmla="*/ 615588 w 1225647"/>
              <a:gd name="connsiteY35" fmla="*/ 98951 h 288055"/>
              <a:gd name="connsiteX36" fmla="*/ 644876 w 1225647"/>
              <a:gd name="connsiteY36" fmla="*/ 98951 h 288055"/>
              <a:gd name="connsiteX37" fmla="*/ 678584 w 1225647"/>
              <a:gd name="connsiteY37" fmla="*/ 127536 h 288055"/>
              <a:gd name="connsiteX38" fmla="*/ 660901 w 1225647"/>
              <a:gd name="connsiteY38" fmla="*/ 153373 h 288055"/>
              <a:gd name="connsiteX39" fmla="*/ 683004 w 1225647"/>
              <a:gd name="connsiteY39" fmla="*/ 189104 h 288055"/>
              <a:gd name="connsiteX40" fmla="*/ 667532 w 1225647"/>
              <a:gd name="connsiteY40" fmla="*/ 189104 h 288055"/>
              <a:gd name="connsiteX41" fmla="*/ 647086 w 1225647"/>
              <a:gd name="connsiteY41" fmla="*/ 155572 h 288055"/>
              <a:gd name="connsiteX42" fmla="*/ 630508 w 1225647"/>
              <a:gd name="connsiteY42" fmla="*/ 155572 h 288055"/>
              <a:gd name="connsiteX43" fmla="*/ 629956 w 1225647"/>
              <a:gd name="connsiteY43" fmla="*/ 189104 h 288055"/>
              <a:gd name="connsiteX44" fmla="*/ 644323 w 1225647"/>
              <a:gd name="connsiteY44" fmla="*/ 143478 h 288055"/>
              <a:gd name="connsiteX45" fmla="*/ 663664 w 1225647"/>
              <a:gd name="connsiteY45" fmla="*/ 127536 h 288055"/>
              <a:gd name="connsiteX46" fmla="*/ 644323 w 1225647"/>
              <a:gd name="connsiteY46" fmla="*/ 111595 h 288055"/>
              <a:gd name="connsiteX47" fmla="*/ 629956 w 1225647"/>
              <a:gd name="connsiteY47" fmla="*/ 111595 h 288055"/>
              <a:gd name="connsiteX48" fmla="*/ 629956 w 1225647"/>
              <a:gd name="connsiteY48" fmla="*/ 143478 h 288055"/>
              <a:gd name="connsiteX49" fmla="*/ 644323 w 1225647"/>
              <a:gd name="connsiteY49" fmla="*/ 143478 h 288055"/>
              <a:gd name="connsiteX50" fmla="*/ 740474 w 1225647"/>
              <a:gd name="connsiteY50" fmla="*/ 111595 h 288055"/>
              <a:gd name="connsiteX51" fmla="*/ 713397 w 1225647"/>
              <a:gd name="connsiteY51" fmla="*/ 111595 h 288055"/>
              <a:gd name="connsiteX52" fmla="*/ 713397 w 1225647"/>
              <a:gd name="connsiteY52" fmla="*/ 98951 h 288055"/>
              <a:gd name="connsiteX53" fmla="*/ 781918 w 1225647"/>
              <a:gd name="connsiteY53" fmla="*/ 98951 h 288055"/>
              <a:gd name="connsiteX54" fmla="*/ 781918 w 1225647"/>
              <a:gd name="connsiteY54" fmla="*/ 111595 h 288055"/>
              <a:gd name="connsiteX55" fmla="*/ 754841 w 1225647"/>
              <a:gd name="connsiteY55" fmla="*/ 111595 h 288055"/>
              <a:gd name="connsiteX56" fmla="*/ 754841 w 1225647"/>
              <a:gd name="connsiteY56" fmla="*/ 189104 h 288055"/>
              <a:gd name="connsiteX57" fmla="*/ 740474 w 1225647"/>
              <a:gd name="connsiteY57" fmla="*/ 189104 h 288055"/>
              <a:gd name="connsiteX58" fmla="*/ 740474 w 1225647"/>
              <a:gd name="connsiteY58" fmla="*/ 111595 h 288055"/>
              <a:gd name="connsiteX59" fmla="*/ 822257 w 1225647"/>
              <a:gd name="connsiteY59" fmla="*/ 98951 h 288055"/>
              <a:gd name="connsiteX60" fmla="*/ 836624 w 1225647"/>
              <a:gd name="connsiteY60" fmla="*/ 98951 h 288055"/>
              <a:gd name="connsiteX61" fmla="*/ 836624 w 1225647"/>
              <a:gd name="connsiteY61" fmla="*/ 176461 h 288055"/>
              <a:gd name="connsiteX62" fmla="*/ 876963 w 1225647"/>
              <a:gd name="connsiteY62" fmla="*/ 176461 h 288055"/>
              <a:gd name="connsiteX63" fmla="*/ 876963 w 1225647"/>
              <a:gd name="connsiteY63" fmla="*/ 189104 h 288055"/>
              <a:gd name="connsiteX64" fmla="*/ 822257 w 1225647"/>
              <a:gd name="connsiteY64" fmla="*/ 189104 h 288055"/>
              <a:gd name="connsiteX65" fmla="*/ 822257 w 1225647"/>
              <a:gd name="connsiteY65" fmla="*/ 98951 h 288055"/>
              <a:gd name="connsiteX66" fmla="*/ 969799 w 1225647"/>
              <a:gd name="connsiteY66" fmla="*/ 172613 h 288055"/>
              <a:gd name="connsiteX67" fmla="*/ 932775 w 1225647"/>
              <a:gd name="connsiteY67" fmla="*/ 172613 h 288055"/>
              <a:gd name="connsiteX68" fmla="*/ 925591 w 1225647"/>
              <a:gd name="connsiteY68" fmla="*/ 189654 h 288055"/>
              <a:gd name="connsiteX69" fmla="*/ 911224 w 1225647"/>
              <a:gd name="connsiteY69" fmla="*/ 189654 h 288055"/>
              <a:gd name="connsiteX70" fmla="*/ 951010 w 1225647"/>
              <a:gd name="connsiteY70" fmla="*/ 97852 h 288055"/>
              <a:gd name="connsiteX71" fmla="*/ 951563 w 1225647"/>
              <a:gd name="connsiteY71" fmla="*/ 97852 h 288055"/>
              <a:gd name="connsiteX72" fmla="*/ 991902 w 1225647"/>
              <a:gd name="connsiteY72" fmla="*/ 189654 h 288055"/>
              <a:gd name="connsiteX73" fmla="*/ 976430 w 1225647"/>
              <a:gd name="connsiteY73" fmla="*/ 189654 h 288055"/>
              <a:gd name="connsiteX74" fmla="*/ 969799 w 1225647"/>
              <a:gd name="connsiteY74" fmla="*/ 172613 h 288055"/>
              <a:gd name="connsiteX75" fmla="*/ 938301 w 1225647"/>
              <a:gd name="connsiteY75" fmla="*/ 159969 h 288055"/>
              <a:gd name="connsiteX76" fmla="*/ 964825 w 1225647"/>
              <a:gd name="connsiteY76" fmla="*/ 159969 h 288055"/>
              <a:gd name="connsiteX77" fmla="*/ 951563 w 1225647"/>
              <a:gd name="connsiteY77" fmla="*/ 128636 h 288055"/>
              <a:gd name="connsiteX78" fmla="*/ 938301 w 1225647"/>
              <a:gd name="connsiteY78" fmla="*/ 159969 h 288055"/>
              <a:gd name="connsiteX79" fmla="*/ 1045503 w 1225647"/>
              <a:gd name="connsiteY79" fmla="*/ 129735 h 288055"/>
              <a:gd name="connsiteX80" fmla="*/ 1045503 w 1225647"/>
              <a:gd name="connsiteY80" fmla="*/ 189104 h 288055"/>
              <a:gd name="connsiteX81" fmla="*/ 1032241 w 1225647"/>
              <a:gd name="connsiteY81" fmla="*/ 189104 h 288055"/>
              <a:gd name="connsiteX82" fmla="*/ 1032241 w 1225647"/>
              <a:gd name="connsiteY82" fmla="*/ 97852 h 288055"/>
              <a:gd name="connsiteX83" fmla="*/ 1033346 w 1225647"/>
              <a:gd name="connsiteY83" fmla="*/ 97852 h 288055"/>
              <a:gd name="connsiteX84" fmla="*/ 1091921 w 1225647"/>
              <a:gd name="connsiteY84" fmla="*/ 158320 h 288055"/>
              <a:gd name="connsiteX85" fmla="*/ 1091921 w 1225647"/>
              <a:gd name="connsiteY85" fmla="*/ 98951 h 288055"/>
              <a:gd name="connsiteX86" fmla="*/ 1105183 w 1225647"/>
              <a:gd name="connsiteY86" fmla="*/ 98951 h 288055"/>
              <a:gd name="connsiteX87" fmla="*/ 1105183 w 1225647"/>
              <a:gd name="connsiteY87" fmla="*/ 190204 h 288055"/>
              <a:gd name="connsiteX88" fmla="*/ 1104078 w 1225647"/>
              <a:gd name="connsiteY88" fmla="*/ 190204 h 288055"/>
              <a:gd name="connsiteX89" fmla="*/ 1045503 w 1225647"/>
              <a:gd name="connsiteY89" fmla="*/ 129735 h 288055"/>
              <a:gd name="connsiteX90" fmla="*/ 1151601 w 1225647"/>
              <a:gd name="connsiteY90" fmla="*/ 98951 h 288055"/>
              <a:gd name="connsiteX91" fmla="*/ 1177572 w 1225647"/>
              <a:gd name="connsiteY91" fmla="*/ 98951 h 288055"/>
              <a:gd name="connsiteX92" fmla="*/ 1225648 w 1225647"/>
              <a:gd name="connsiteY92" fmla="*/ 144028 h 288055"/>
              <a:gd name="connsiteX93" fmla="*/ 1177572 w 1225647"/>
              <a:gd name="connsiteY93" fmla="*/ 189104 h 288055"/>
              <a:gd name="connsiteX94" fmla="*/ 1151601 w 1225647"/>
              <a:gd name="connsiteY94" fmla="*/ 189104 h 288055"/>
              <a:gd name="connsiteX95" fmla="*/ 1151601 w 1225647"/>
              <a:gd name="connsiteY95" fmla="*/ 98951 h 288055"/>
              <a:gd name="connsiteX96" fmla="*/ 1176467 w 1225647"/>
              <a:gd name="connsiteY96" fmla="*/ 176461 h 288055"/>
              <a:gd name="connsiteX97" fmla="*/ 1210728 w 1225647"/>
              <a:gd name="connsiteY97" fmla="*/ 144028 h 288055"/>
              <a:gd name="connsiteX98" fmla="*/ 1176467 w 1225647"/>
              <a:gd name="connsiteY98" fmla="*/ 111595 h 288055"/>
              <a:gd name="connsiteX99" fmla="*/ 1165968 w 1225647"/>
              <a:gd name="connsiteY99" fmla="*/ 111595 h 288055"/>
              <a:gd name="connsiteX100" fmla="*/ 1165968 w 1225647"/>
              <a:gd name="connsiteY100" fmla="*/ 176461 h 288055"/>
              <a:gd name="connsiteX101" fmla="*/ 1176467 w 1225647"/>
              <a:gd name="connsiteY101" fmla="*/ 176461 h 2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25647" h="288055">
                <a:moveTo>
                  <a:pt x="290113" y="142928"/>
                </a:moveTo>
                <a:cubicBezTo>
                  <a:pt x="290666" y="222636"/>
                  <a:pt x="226565" y="287502"/>
                  <a:pt x="146440" y="288052"/>
                </a:cubicBezTo>
                <a:cubicBezTo>
                  <a:pt x="66314" y="288602"/>
                  <a:pt x="1109" y="224286"/>
                  <a:pt x="4" y="145127"/>
                </a:cubicBezTo>
                <a:cubicBezTo>
                  <a:pt x="-549" y="65419"/>
                  <a:pt x="64104" y="553"/>
                  <a:pt x="143677" y="4"/>
                </a:cubicBezTo>
                <a:cubicBezTo>
                  <a:pt x="144229" y="4"/>
                  <a:pt x="144229" y="4"/>
                  <a:pt x="144782" y="4"/>
                </a:cubicBezTo>
                <a:cubicBezTo>
                  <a:pt x="224908" y="-546"/>
                  <a:pt x="289561" y="63220"/>
                  <a:pt x="290113" y="142928"/>
                </a:cubicBezTo>
                <a:moveTo>
                  <a:pt x="358634" y="144028"/>
                </a:moveTo>
                <a:cubicBezTo>
                  <a:pt x="358082" y="118741"/>
                  <a:pt x="378528" y="98402"/>
                  <a:pt x="403394" y="97852"/>
                </a:cubicBezTo>
                <a:cubicBezTo>
                  <a:pt x="403947" y="97852"/>
                  <a:pt x="404499" y="97852"/>
                  <a:pt x="405052" y="97852"/>
                </a:cubicBezTo>
                <a:cubicBezTo>
                  <a:pt x="419419" y="97302"/>
                  <a:pt x="433234" y="103899"/>
                  <a:pt x="441523" y="115443"/>
                </a:cubicBezTo>
                <a:lnTo>
                  <a:pt x="430471" y="123139"/>
                </a:lnTo>
                <a:cubicBezTo>
                  <a:pt x="424392" y="114893"/>
                  <a:pt x="414446" y="109946"/>
                  <a:pt x="404499" y="111045"/>
                </a:cubicBezTo>
                <a:cubicBezTo>
                  <a:pt x="386264" y="111045"/>
                  <a:pt x="373002" y="125338"/>
                  <a:pt x="373002" y="144578"/>
                </a:cubicBezTo>
                <a:cubicBezTo>
                  <a:pt x="371896" y="162168"/>
                  <a:pt x="385159" y="177010"/>
                  <a:pt x="402841" y="178110"/>
                </a:cubicBezTo>
                <a:cubicBezTo>
                  <a:pt x="403394" y="178110"/>
                  <a:pt x="404499" y="178110"/>
                  <a:pt x="405052" y="178110"/>
                </a:cubicBezTo>
                <a:cubicBezTo>
                  <a:pt x="416104" y="178660"/>
                  <a:pt x="426050" y="173712"/>
                  <a:pt x="432681" y="164917"/>
                </a:cubicBezTo>
                <a:lnTo>
                  <a:pt x="443733" y="172613"/>
                </a:lnTo>
                <a:cubicBezTo>
                  <a:pt x="427708" y="193502"/>
                  <a:pt x="397868" y="197350"/>
                  <a:pt x="376870" y="181408"/>
                </a:cubicBezTo>
                <a:cubicBezTo>
                  <a:pt x="365818" y="172063"/>
                  <a:pt x="359187" y="158320"/>
                  <a:pt x="358634" y="144028"/>
                </a:cubicBezTo>
                <a:moveTo>
                  <a:pt x="478546" y="144028"/>
                </a:moveTo>
                <a:cubicBezTo>
                  <a:pt x="477994" y="118191"/>
                  <a:pt x="498992" y="96753"/>
                  <a:pt x="524964" y="96203"/>
                </a:cubicBezTo>
                <a:cubicBezTo>
                  <a:pt x="550936" y="95653"/>
                  <a:pt x="572487" y="116542"/>
                  <a:pt x="573039" y="142379"/>
                </a:cubicBezTo>
                <a:cubicBezTo>
                  <a:pt x="573592" y="168215"/>
                  <a:pt x="552593" y="189654"/>
                  <a:pt x="526622" y="190204"/>
                </a:cubicBezTo>
                <a:cubicBezTo>
                  <a:pt x="526622" y="190204"/>
                  <a:pt x="526069" y="190204"/>
                  <a:pt x="526069" y="190204"/>
                </a:cubicBezTo>
                <a:cubicBezTo>
                  <a:pt x="500650" y="190753"/>
                  <a:pt x="479651" y="170964"/>
                  <a:pt x="479099" y="145677"/>
                </a:cubicBezTo>
                <a:cubicBezTo>
                  <a:pt x="478546" y="145127"/>
                  <a:pt x="478546" y="144578"/>
                  <a:pt x="478546" y="144028"/>
                </a:cubicBezTo>
                <a:moveTo>
                  <a:pt x="558119" y="144028"/>
                </a:moveTo>
                <a:cubicBezTo>
                  <a:pt x="558119" y="126437"/>
                  <a:pt x="543752" y="112145"/>
                  <a:pt x="526069" y="112145"/>
                </a:cubicBezTo>
                <a:cubicBezTo>
                  <a:pt x="508386" y="112145"/>
                  <a:pt x="494019" y="126437"/>
                  <a:pt x="494019" y="144028"/>
                </a:cubicBezTo>
                <a:cubicBezTo>
                  <a:pt x="494019" y="144028"/>
                  <a:pt x="494019" y="144028"/>
                  <a:pt x="494019" y="144028"/>
                </a:cubicBezTo>
                <a:cubicBezTo>
                  <a:pt x="494019" y="161619"/>
                  <a:pt x="508386" y="175911"/>
                  <a:pt x="526069" y="175911"/>
                </a:cubicBezTo>
                <a:cubicBezTo>
                  <a:pt x="543199" y="176461"/>
                  <a:pt x="558119" y="161619"/>
                  <a:pt x="558119" y="144028"/>
                </a:cubicBezTo>
                <a:cubicBezTo>
                  <a:pt x="558119" y="144028"/>
                  <a:pt x="558119" y="144028"/>
                  <a:pt x="558119" y="144028"/>
                </a:cubicBezTo>
                <a:moveTo>
                  <a:pt x="629956" y="189104"/>
                </a:moveTo>
                <a:lnTo>
                  <a:pt x="615588" y="189104"/>
                </a:lnTo>
                <a:lnTo>
                  <a:pt x="615588" y="98951"/>
                </a:lnTo>
                <a:lnTo>
                  <a:pt x="644876" y="98951"/>
                </a:lnTo>
                <a:cubicBezTo>
                  <a:pt x="666427" y="98951"/>
                  <a:pt x="678584" y="110495"/>
                  <a:pt x="678584" y="127536"/>
                </a:cubicBezTo>
                <a:cubicBezTo>
                  <a:pt x="679136" y="139080"/>
                  <a:pt x="671953" y="149525"/>
                  <a:pt x="660901" y="153373"/>
                </a:cubicBezTo>
                <a:lnTo>
                  <a:pt x="683004" y="189104"/>
                </a:lnTo>
                <a:lnTo>
                  <a:pt x="667532" y="189104"/>
                </a:lnTo>
                <a:lnTo>
                  <a:pt x="647086" y="155572"/>
                </a:lnTo>
                <a:lnTo>
                  <a:pt x="630508" y="155572"/>
                </a:lnTo>
                <a:lnTo>
                  <a:pt x="629956" y="189104"/>
                </a:lnTo>
                <a:close/>
                <a:moveTo>
                  <a:pt x="644323" y="143478"/>
                </a:moveTo>
                <a:cubicBezTo>
                  <a:pt x="658138" y="143478"/>
                  <a:pt x="663664" y="137981"/>
                  <a:pt x="663664" y="127536"/>
                </a:cubicBezTo>
                <a:cubicBezTo>
                  <a:pt x="663664" y="117092"/>
                  <a:pt x="658138" y="111595"/>
                  <a:pt x="644323" y="111595"/>
                </a:cubicBezTo>
                <a:lnTo>
                  <a:pt x="629956" y="111595"/>
                </a:lnTo>
                <a:lnTo>
                  <a:pt x="629956" y="143478"/>
                </a:lnTo>
                <a:lnTo>
                  <a:pt x="644323" y="143478"/>
                </a:lnTo>
                <a:close/>
                <a:moveTo>
                  <a:pt x="740474" y="111595"/>
                </a:moveTo>
                <a:lnTo>
                  <a:pt x="713397" y="111595"/>
                </a:lnTo>
                <a:lnTo>
                  <a:pt x="713397" y="98951"/>
                </a:lnTo>
                <a:lnTo>
                  <a:pt x="781918" y="98951"/>
                </a:lnTo>
                <a:lnTo>
                  <a:pt x="781918" y="111595"/>
                </a:lnTo>
                <a:lnTo>
                  <a:pt x="754841" y="111595"/>
                </a:lnTo>
                <a:lnTo>
                  <a:pt x="754841" y="189104"/>
                </a:lnTo>
                <a:lnTo>
                  <a:pt x="740474" y="189104"/>
                </a:lnTo>
                <a:lnTo>
                  <a:pt x="740474" y="111595"/>
                </a:lnTo>
                <a:close/>
                <a:moveTo>
                  <a:pt x="822257" y="98951"/>
                </a:moveTo>
                <a:lnTo>
                  <a:pt x="836624" y="98951"/>
                </a:lnTo>
                <a:lnTo>
                  <a:pt x="836624" y="176461"/>
                </a:lnTo>
                <a:lnTo>
                  <a:pt x="876963" y="176461"/>
                </a:lnTo>
                <a:lnTo>
                  <a:pt x="876963" y="189104"/>
                </a:lnTo>
                <a:lnTo>
                  <a:pt x="822257" y="189104"/>
                </a:lnTo>
                <a:lnTo>
                  <a:pt x="822257" y="98951"/>
                </a:lnTo>
                <a:close/>
                <a:moveTo>
                  <a:pt x="969799" y="172613"/>
                </a:moveTo>
                <a:lnTo>
                  <a:pt x="932775" y="172613"/>
                </a:lnTo>
                <a:lnTo>
                  <a:pt x="925591" y="189654"/>
                </a:lnTo>
                <a:lnTo>
                  <a:pt x="911224" y="189654"/>
                </a:lnTo>
                <a:lnTo>
                  <a:pt x="951010" y="97852"/>
                </a:lnTo>
                <a:lnTo>
                  <a:pt x="951563" y="97852"/>
                </a:lnTo>
                <a:lnTo>
                  <a:pt x="991902" y="189654"/>
                </a:lnTo>
                <a:lnTo>
                  <a:pt x="976430" y="189654"/>
                </a:lnTo>
                <a:lnTo>
                  <a:pt x="969799" y="172613"/>
                </a:lnTo>
                <a:close/>
                <a:moveTo>
                  <a:pt x="938301" y="159969"/>
                </a:moveTo>
                <a:lnTo>
                  <a:pt x="964825" y="159969"/>
                </a:lnTo>
                <a:lnTo>
                  <a:pt x="951563" y="128636"/>
                </a:lnTo>
                <a:lnTo>
                  <a:pt x="938301" y="159969"/>
                </a:lnTo>
                <a:close/>
                <a:moveTo>
                  <a:pt x="1045503" y="129735"/>
                </a:moveTo>
                <a:lnTo>
                  <a:pt x="1045503" y="189104"/>
                </a:lnTo>
                <a:lnTo>
                  <a:pt x="1032241" y="189104"/>
                </a:lnTo>
                <a:lnTo>
                  <a:pt x="1032241" y="97852"/>
                </a:lnTo>
                <a:lnTo>
                  <a:pt x="1033346" y="97852"/>
                </a:lnTo>
                <a:lnTo>
                  <a:pt x="1091921" y="158320"/>
                </a:lnTo>
                <a:lnTo>
                  <a:pt x="1091921" y="98951"/>
                </a:lnTo>
                <a:lnTo>
                  <a:pt x="1105183" y="98951"/>
                </a:lnTo>
                <a:lnTo>
                  <a:pt x="1105183" y="190204"/>
                </a:lnTo>
                <a:lnTo>
                  <a:pt x="1104078" y="190204"/>
                </a:lnTo>
                <a:lnTo>
                  <a:pt x="1045503" y="129735"/>
                </a:lnTo>
                <a:close/>
                <a:moveTo>
                  <a:pt x="1151601" y="98951"/>
                </a:moveTo>
                <a:lnTo>
                  <a:pt x="1177572" y="98951"/>
                </a:lnTo>
                <a:cubicBezTo>
                  <a:pt x="1207412" y="98951"/>
                  <a:pt x="1225648" y="117642"/>
                  <a:pt x="1225648" y="144028"/>
                </a:cubicBezTo>
                <a:cubicBezTo>
                  <a:pt x="1225648" y="170414"/>
                  <a:pt x="1207412" y="189104"/>
                  <a:pt x="1177572" y="189104"/>
                </a:cubicBezTo>
                <a:lnTo>
                  <a:pt x="1151601" y="189104"/>
                </a:lnTo>
                <a:lnTo>
                  <a:pt x="1151601" y="98951"/>
                </a:lnTo>
                <a:close/>
                <a:moveTo>
                  <a:pt x="1176467" y="176461"/>
                </a:moveTo>
                <a:cubicBezTo>
                  <a:pt x="1200228" y="176461"/>
                  <a:pt x="1210728" y="163268"/>
                  <a:pt x="1210728" y="144028"/>
                </a:cubicBezTo>
                <a:cubicBezTo>
                  <a:pt x="1210728" y="124788"/>
                  <a:pt x="1200228" y="111595"/>
                  <a:pt x="1176467" y="111595"/>
                </a:cubicBezTo>
                <a:lnTo>
                  <a:pt x="1165968" y="111595"/>
                </a:lnTo>
                <a:lnTo>
                  <a:pt x="1165968" y="176461"/>
                </a:lnTo>
                <a:lnTo>
                  <a:pt x="1176467" y="176461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033D9F-ED2F-431E-A968-F09FEAC17D5F}"/>
              </a:ext>
            </a:extLst>
          </p:cNvPr>
          <p:cNvSpPr>
            <a:spLocks/>
          </p:cNvSpPr>
          <p:nvPr userDrawn="1"/>
        </p:nvSpPr>
        <p:spPr>
          <a:xfrm>
            <a:off x="10025063" y="6381751"/>
            <a:ext cx="369093" cy="370424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49A3ACB-E465-4D37-9D8B-366E70EFAF18}"/>
              </a:ext>
            </a:extLst>
          </p:cNvPr>
          <p:cNvSpPr/>
          <p:nvPr userDrawn="1"/>
        </p:nvSpPr>
        <p:spPr>
          <a:xfrm>
            <a:off x="10059820" y="6414693"/>
            <a:ext cx="307338" cy="300142"/>
          </a:xfrm>
          <a:custGeom>
            <a:avLst/>
            <a:gdLst>
              <a:gd name="connsiteX0" fmla="*/ 142100 w 307338"/>
              <a:gd name="connsiteY0" fmla="*/ 249019 h 300142"/>
              <a:gd name="connsiteX1" fmla="*/ 54791 w 307338"/>
              <a:gd name="connsiteY1" fmla="*/ 137977 h 300142"/>
              <a:gd name="connsiteX2" fmla="*/ 142100 w 307338"/>
              <a:gd name="connsiteY2" fmla="*/ 51123 h 300142"/>
              <a:gd name="connsiteX3" fmla="*/ 142100 w 307338"/>
              <a:gd name="connsiteY3" fmla="*/ 69813 h 300142"/>
              <a:gd name="connsiteX4" fmla="*/ 73579 w 307338"/>
              <a:gd name="connsiteY4" fmla="*/ 162714 h 300142"/>
              <a:gd name="connsiteX5" fmla="*/ 142100 w 307338"/>
              <a:gd name="connsiteY5" fmla="*/ 230879 h 300142"/>
              <a:gd name="connsiteX6" fmla="*/ 142100 w 307338"/>
              <a:gd name="connsiteY6" fmla="*/ 249019 h 300142"/>
              <a:gd name="connsiteX7" fmla="*/ 155362 w 307338"/>
              <a:gd name="connsiteY7" fmla="*/ 18140 h 300142"/>
              <a:gd name="connsiteX8" fmla="*/ 149284 w 307338"/>
              <a:gd name="connsiteY8" fmla="*/ 18140 h 300142"/>
              <a:gd name="connsiteX9" fmla="*/ 23846 w 307338"/>
              <a:gd name="connsiteY9" fmla="*/ 156668 h 300142"/>
              <a:gd name="connsiteX10" fmla="*/ 147074 w 307338"/>
              <a:gd name="connsiteY10" fmla="*/ 281452 h 300142"/>
              <a:gd name="connsiteX11" fmla="*/ 155362 w 307338"/>
              <a:gd name="connsiteY11" fmla="*/ 281452 h 300142"/>
              <a:gd name="connsiteX12" fmla="*/ 167519 w 307338"/>
              <a:gd name="connsiteY12" fmla="*/ 280902 h 300142"/>
              <a:gd name="connsiteX13" fmla="*/ 169730 w 307338"/>
              <a:gd name="connsiteY13" fmla="*/ 280902 h 300142"/>
              <a:gd name="connsiteX14" fmla="*/ 169730 w 307338"/>
              <a:gd name="connsiteY14" fmla="*/ 230329 h 300142"/>
              <a:gd name="connsiteX15" fmla="*/ 174703 w 307338"/>
              <a:gd name="connsiteY15" fmla="*/ 229229 h 300142"/>
              <a:gd name="connsiteX16" fmla="*/ 179124 w 307338"/>
              <a:gd name="connsiteY16" fmla="*/ 228130 h 300142"/>
              <a:gd name="connsiteX17" fmla="*/ 235488 w 307338"/>
              <a:gd name="connsiteY17" fmla="*/ 127533 h 300142"/>
              <a:gd name="connsiteX18" fmla="*/ 169730 w 307338"/>
              <a:gd name="connsiteY18" fmla="*/ 69264 h 300142"/>
              <a:gd name="connsiteX19" fmla="*/ 169730 w 307338"/>
              <a:gd name="connsiteY19" fmla="*/ 51123 h 300142"/>
              <a:gd name="connsiteX20" fmla="*/ 256486 w 307338"/>
              <a:gd name="connsiteY20" fmla="*/ 163264 h 300142"/>
              <a:gd name="connsiteX21" fmla="*/ 190728 w 307338"/>
              <a:gd name="connsiteY21" fmla="*/ 244621 h 300142"/>
              <a:gd name="connsiteX22" fmla="*/ 189070 w 307338"/>
              <a:gd name="connsiteY22" fmla="*/ 245171 h 300142"/>
              <a:gd name="connsiteX23" fmla="*/ 189070 w 307338"/>
              <a:gd name="connsiteY23" fmla="*/ 278154 h 300142"/>
              <a:gd name="connsiteX24" fmla="*/ 190176 w 307338"/>
              <a:gd name="connsiteY24" fmla="*/ 278154 h 300142"/>
              <a:gd name="connsiteX25" fmla="*/ 191281 w 307338"/>
              <a:gd name="connsiteY25" fmla="*/ 277604 h 300142"/>
              <a:gd name="connsiteX26" fmla="*/ 283563 w 307338"/>
              <a:gd name="connsiteY26" fmla="*/ 114890 h 300142"/>
              <a:gd name="connsiteX27" fmla="*/ 160336 w 307338"/>
              <a:gd name="connsiteY27" fmla="*/ 18140 h 300142"/>
              <a:gd name="connsiteX28" fmla="*/ 155362 w 307338"/>
              <a:gd name="connsiteY28" fmla="*/ 18140 h 300142"/>
              <a:gd name="connsiteX29" fmla="*/ 155362 w 307338"/>
              <a:gd name="connsiteY29" fmla="*/ 300142 h 300142"/>
              <a:gd name="connsiteX30" fmla="*/ 145416 w 307338"/>
              <a:gd name="connsiteY30" fmla="*/ 299592 h 300142"/>
              <a:gd name="connsiteX31" fmla="*/ 85 w 307338"/>
              <a:gd name="connsiteY31" fmla="*/ 144574 h 300142"/>
              <a:gd name="connsiteX32" fmla="*/ 148731 w 307338"/>
              <a:gd name="connsiteY32" fmla="*/ 0 h 300142"/>
              <a:gd name="connsiteX33" fmla="*/ 155362 w 307338"/>
              <a:gd name="connsiteY33" fmla="*/ 0 h 300142"/>
              <a:gd name="connsiteX34" fmla="*/ 160888 w 307338"/>
              <a:gd name="connsiteY34" fmla="*/ 0 h 300142"/>
              <a:gd name="connsiteX35" fmla="*/ 264775 w 307338"/>
              <a:gd name="connsiteY35" fmla="*/ 45626 h 300142"/>
              <a:gd name="connsiteX36" fmla="*/ 307325 w 307338"/>
              <a:gd name="connsiteY36" fmla="*/ 150071 h 300142"/>
              <a:gd name="connsiteX37" fmla="*/ 173598 w 307338"/>
              <a:gd name="connsiteY37" fmla="*/ 299043 h 300142"/>
              <a:gd name="connsiteX38" fmla="*/ 155362 w 307338"/>
              <a:gd name="connsiteY38" fmla="*/ 300142 h 300142"/>
              <a:gd name="connsiteX39" fmla="*/ 155362 w 307338"/>
              <a:gd name="connsiteY39" fmla="*/ 300142 h 30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7338" h="300142">
                <a:moveTo>
                  <a:pt x="142100" y="249019"/>
                </a:moveTo>
                <a:cubicBezTo>
                  <a:pt x="86841" y="242423"/>
                  <a:pt x="48160" y="192399"/>
                  <a:pt x="54791" y="137977"/>
                </a:cubicBezTo>
                <a:cubicBezTo>
                  <a:pt x="60317" y="92351"/>
                  <a:pt x="96235" y="56620"/>
                  <a:pt x="142100" y="51123"/>
                </a:cubicBezTo>
                <a:lnTo>
                  <a:pt x="142100" y="69813"/>
                </a:lnTo>
                <a:cubicBezTo>
                  <a:pt x="97340" y="76960"/>
                  <a:pt x="66395" y="118188"/>
                  <a:pt x="73579" y="162714"/>
                </a:cubicBezTo>
                <a:cubicBezTo>
                  <a:pt x="79105" y="197896"/>
                  <a:pt x="106734" y="225381"/>
                  <a:pt x="142100" y="230879"/>
                </a:cubicBezTo>
                <a:lnTo>
                  <a:pt x="142100" y="249019"/>
                </a:lnTo>
                <a:close/>
                <a:moveTo>
                  <a:pt x="155362" y="18140"/>
                </a:moveTo>
                <a:cubicBezTo>
                  <a:pt x="153152" y="18140"/>
                  <a:pt x="151494" y="18140"/>
                  <a:pt x="149284" y="18140"/>
                </a:cubicBezTo>
                <a:cubicBezTo>
                  <a:pt x="76342" y="21988"/>
                  <a:pt x="19978" y="84106"/>
                  <a:pt x="23846" y="156668"/>
                </a:cubicBezTo>
                <a:cubicBezTo>
                  <a:pt x="27162" y="223183"/>
                  <a:pt x="80210" y="277054"/>
                  <a:pt x="147074" y="281452"/>
                </a:cubicBezTo>
                <a:lnTo>
                  <a:pt x="155362" y="281452"/>
                </a:lnTo>
                <a:cubicBezTo>
                  <a:pt x="159231" y="281452"/>
                  <a:pt x="163651" y="281452"/>
                  <a:pt x="167519" y="280902"/>
                </a:cubicBezTo>
                <a:lnTo>
                  <a:pt x="169730" y="280902"/>
                </a:lnTo>
                <a:lnTo>
                  <a:pt x="169730" y="230329"/>
                </a:lnTo>
                <a:cubicBezTo>
                  <a:pt x="169730" y="230329"/>
                  <a:pt x="172493" y="229779"/>
                  <a:pt x="174703" y="229229"/>
                </a:cubicBezTo>
                <a:lnTo>
                  <a:pt x="179124" y="228130"/>
                </a:lnTo>
                <a:cubicBezTo>
                  <a:pt x="222778" y="216036"/>
                  <a:pt x="247645" y="170410"/>
                  <a:pt x="235488" y="127533"/>
                </a:cubicBezTo>
                <a:cubicBezTo>
                  <a:pt x="226646" y="97299"/>
                  <a:pt x="201227" y="74211"/>
                  <a:pt x="169730" y="69264"/>
                </a:cubicBezTo>
                <a:lnTo>
                  <a:pt x="169730" y="51123"/>
                </a:lnTo>
                <a:cubicBezTo>
                  <a:pt x="224436" y="58269"/>
                  <a:pt x="263670" y="108293"/>
                  <a:pt x="256486" y="163264"/>
                </a:cubicBezTo>
                <a:cubicBezTo>
                  <a:pt x="251513" y="200644"/>
                  <a:pt x="226094" y="231978"/>
                  <a:pt x="190728" y="244621"/>
                </a:cubicBezTo>
                <a:lnTo>
                  <a:pt x="189070" y="245171"/>
                </a:lnTo>
                <a:lnTo>
                  <a:pt x="189070" y="278154"/>
                </a:lnTo>
                <a:lnTo>
                  <a:pt x="190176" y="278154"/>
                </a:lnTo>
                <a:lnTo>
                  <a:pt x="191281" y="277604"/>
                </a:lnTo>
                <a:cubicBezTo>
                  <a:pt x="262012" y="257814"/>
                  <a:pt x="302904" y="185253"/>
                  <a:pt x="283563" y="114890"/>
                </a:cubicBezTo>
                <a:cubicBezTo>
                  <a:pt x="267538" y="59369"/>
                  <a:pt x="217805" y="20339"/>
                  <a:pt x="160336" y="18140"/>
                </a:cubicBezTo>
                <a:lnTo>
                  <a:pt x="155362" y="18140"/>
                </a:lnTo>
                <a:close/>
                <a:moveTo>
                  <a:pt x="155362" y="300142"/>
                </a:moveTo>
                <a:cubicBezTo>
                  <a:pt x="152047" y="300142"/>
                  <a:pt x="148731" y="300142"/>
                  <a:pt x="145416" y="299592"/>
                </a:cubicBezTo>
                <a:cubicBezTo>
                  <a:pt x="62527" y="297394"/>
                  <a:pt x="-2678" y="227580"/>
                  <a:pt x="85" y="144574"/>
                </a:cubicBezTo>
                <a:cubicBezTo>
                  <a:pt x="2848" y="64866"/>
                  <a:pt x="68053" y="1099"/>
                  <a:pt x="148731" y="0"/>
                </a:cubicBezTo>
                <a:lnTo>
                  <a:pt x="155362" y="0"/>
                </a:lnTo>
                <a:lnTo>
                  <a:pt x="160888" y="0"/>
                </a:lnTo>
                <a:cubicBezTo>
                  <a:pt x="200122" y="1099"/>
                  <a:pt x="237698" y="17591"/>
                  <a:pt x="264775" y="45626"/>
                </a:cubicBezTo>
                <a:cubicBezTo>
                  <a:pt x="292405" y="73661"/>
                  <a:pt x="307877" y="111042"/>
                  <a:pt x="307325" y="150071"/>
                </a:cubicBezTo>
                <a:cubicBezTo>
                  <a:pt x="306772" y="226481"/>
                  <a:pt x="249303" y="290247"/>
                  <a:pt x="173598" y="299043"/>
                </a:cubicBezTo>
                <a:cubicBezTo>
                  <a:pt x="167519" y="300142"/>
                  <a:pt x="161441" y="300142"/>
                  <a:pt x="155362" y="300142"/>
                </a:cubicBezTo>
                <a:lnTo>
                  <a:pt x="155362" y="300142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572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265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7B8DBD3-5ABF-4E0A-9F2E-53C58888D15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F0EB3F2F-0805-4DFE-A6E0-64702A2E5C19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83878"/>
            <a:ext cx="6967728" cy="384721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9293CBCE-1C33-4BCC-8BB2-85AE8BEE67D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8D9B09BC-D1A6-4B27-8CD3-960705EDC8C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5B2E404D-35D7-4473-A0C7-CFC035719942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6967728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6E7DD3BF-EC62-45EA-9F94-D355FAD87CB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4D84B-D20F-4D58-AC7C-E047515B388D}"/>
              </a:ext>
            </a:extLst>
          </p:cNvPr>
          <p:cNvSpPr>
            <a:spLocks/>
          </p:cNvSpPr>
          <p:nvPr userDrawn="1"/>
        </p:nvSpPr>
        <p:spPr>
          <a:xfrm>
            <a:off x="10069848" y="6422935"/>
            <a:ext cx="1225647" cy="288055"/>
          </a:xfrm>
          <a:custGeom>
            <a:avLst/>
            <a:gdLst>
              <a:gd name="connsiteX0" fmla="*/ 290113 w 1225647"/>
              <a:gd name="connsiteY0" fmla="*/ 142928 h 288055"/>
              <a:gd name="connsiteX1" fmla="*/ 146440 w 1225647"/>
              <a:gd name="connsiteY1" fmla="*/ 288052 h 288055"/>
              <a:gd name="connsiteX2" fmla="*/ 4 w 1225647"/>
              <a:gd name="connsiteY2" fmla="*/ 145127 h 288055"/>
              <a:gd name="connsiteX3" fmla="*/ 143677 w 1225647"/>
              <a:gd name="connsiteY3" fmla="*/ 4 h 288055"/>
              <a:gd name="connsiteX4" fmla="*/ 144782 w 1225647"/>
              <a:gd name="connsiteY4" fmla="*/ 4 h 288055"/>
              <a:gd name="connsiteX5" fmla="*/ 290113 w 1225647"/>
              <a:gd name="connsiteY5" fmla="*/ 142928 h 288055"/>
              <a:gd name="connsiteX6" fmla="*/ 358634 w 1225647"/>
              <a:gd name="connsiteY6" fmla="*/ 144028 h 288055"/>
              <a:gd name="connsiteX7" fmla="*/ 403394 w 1225647"/>
              <a:gd name="connsiteY7" fmla="*/ 97852 h 288055"/>
              <a:gd name="connsiteX8" fmla="*/ 405052 w 1225647"/>
              <a:gd name="connsiteY8" fmla="*/ 97852 h 288055"/>
              <a:gd name="connsiteX9" fmla="*/ 441523 w 1225647"/>
              <a:gd name="connsiteY9" fmla="*/ 115443 h 288055"/>
              <a:gd name="connsiteX10" fmla="*/ 430471 w 1225647"/>
              <a:gd name="connsiteY10" fmla="*/ 123139 h 288055"/>
              <a:gd name="connsiteX11" fmla="*/ 404499 w 1225647"/>
              <a:gd name="connsiteY11" fmla="*/ 111045 h 288055"/>
              <a:gd name="connsiteX12" fmla="*/ 373002 w 1225647"/>
              <a:gd name="connsiteY12" fmla="*/ 144578 h 288055"/>
              <a:gd name="connsiteX13" fmla="*/ 402841 w 1225647"/>
              <a:gd name="connsiteY13" fmla="*/ 178110 h 288055"/>
              <a:gd name="connsiteX14" fmla="*/ 405052 w 1225647"/>
              <a:gd name="connsiteY14" fmla="*/ 178110 h 288055"/>
              <a:gd name="connsiteX15" fmla="*/ 432681 w 1225647"/>
              <a:gd name="connsiteY15" fmla="*/ 164917 h 288055"/>
              <a:gd name="connsiteX16" fmla="*/ 443733 w 1225647"/>
              <a:gd name="connsiteY16" fmla="*/ 172613 h 288055"/>
              <a:gd name="connsiteX17" fmla="*/ 376870 w 1225647"/>
              <a:gd name="connsiteY17" fmla="*/ 181408 h 288055"/>
              <a:gd name="connsiteX18" fmla="*/ 358634 w 1225647"/>
              <a:gd name="connsiteY18" fmla="*/ 144028 h 288055"/>
              <a:gd name="connsiteX19" fmla="*/ 478546 w 1225647"/>
              <a:gd name="connsiteY19" fmla="*/ 144028 h 288055"/>
              <a:gd name="connsiteX20" fmla="*/ 524964 w 1225647"/>
              <a:gd name="connsiteY20" fmla="*/ 96203 h 288055"/>
              <a:gd name="connsiteX21" fmla="*/ 573039 w 1225647"/>
              <a:gd name="connsiteY21" fmla="*/ 142379 h 288055"/>
              <a:gd name="connsiteX22" fmla="*/ 526622 w 1225647"/>
              <a:gd name="connsiteY22" fmla="*/ 190204 h 288055"/>
              <a:gd name="connsiteX23" fmla="*/ 526069 w 1225647"/>
              <a:gd name="connsiteY23" fmla="*/ 190204 h 288055"/>
              <a:gd name="connsiteX24" fmla="*/ 479099 w 1225647"/>
              <a:gd name="connsiteY24" fmla="*/ 145677 h 288055"/>
              <a:gd name="connsiteX25" fmla="*/ 478546 w 1225647"/>
              <a:gd name="connsiteY25" fmla="*/ 144028 h 288055"/>
              <a:gd name="connsiteX26" fmla="*/ 558119 w 1225647"/>
              <a:gd name="connsiteY26" fmla="*/ 144028 h 288055"/>
              <a:gd name="connsiteX27" fmla="*/ 526069 w 1225647"/>
              <a:gd name="connsiteY27" fmla="*/ 112145 h 288055"/>
              <a:gd name="connsiteX28" fmla="*/ 494019 w 1225647"/>
              <a:gd name="connsiteY28" fmla="*/ 144028 h 288055"/>
              <a:gd name="connsiteX29" fmla="*/ 494019 w 1225647"/>
              <a:gd name="connsiteY29" fmla="*/ 144028 h 288055"/>
              <a:gd name="connsiteX30" fmla="*/ 526069 w 1225647"/>
              <a:gd name="connsiteY30" fmla="*/ 175911 h 288055"/>
              <a:gd name="connsiteX31" fmla="*/ 558119 w 1225647"/>
              <a:gd name="connsiteY31" fmla="*/ 144028 h 288055"/>
              <a:gd name="connsiteX32" fmla="*/ 558119 w 1225647"/>
              <a:gd name="connsiteY32" fmla="*/ 144028 h 288055"/>
              <a:gd name="connsiteX33" fmla="*/ 629956 w 1225647"/>
              <a:gd name="connsiteY33" fmla="*/ 189104 h 288055"/>
              <a:gd name="connsiteX34" fmla="*/ 615588 w 1225647"/>
              <a:gd name="connsiteY34" fmla="*/ 189104 h 288055"/>
              <a:gd name="connsiteX35" fmla="*/ 615588 w 1225647"/>
              <a:gd name="connsiteY35" fmla="*/ 98951 h 288055"/>
              <a:gd name="connsiteX36" fmla="*/ 644876 w 1225647"/>
              <a:gd name="connsiteY36" fmla="*/ 98951 h 288055"/>
              <a:gd name="connsiteX37" fmla="*/ 678584 w 1225647"/>
              <a:gd name="connsiteY37" fmla="*/ 127536 h 288055"/>
              <a:gd name="connsiteX38" fmla="*/ 660901 w 1225647"/>
              <a:gd name="connsiteY38" fmla="*/ 153373 h 288055"/>
              <a:gd name="connsiteX39" fmla="*/ 683004 w 1225647"/>
              <a:gd name="connsiteY39" fmla="*/ 189104 h 288055"/>
              <a:gd name="connsiteX40" fmla="*/ 667532 w 1225647"/>
              <a:gd name="connsiteY40" fmla="*/ 189104 h 288055"/>
              <a:gd name="connsiteX41" fmla="*/ 647086 w 1225647"/>
              <a:gd name="connsiteY41" fmla="*/ 155572 h 288055"/>
              <a:gd name="connsiteX42" fmla="*/ 630508 w 1225647"/>
              <a:gd name="connsiteY42" fmla="*/ 155572 h 288055"/>
              <a:gd name="connsiteX43" fmla="*/ 629956 w 1225647"/>
              <a:gd name="connsiteY43" fmla="*/ 189104 h 288055"/>
              <a:gd name="connsiteX44" fmla="*/ 644323 w 1225647"/>
              <a:gd name="connsiteY44" fmla="*/ 143478 h 288055"/>
              <a:gd name="connsiteX45" fmla="*/ 663664 w 1225647"/>
              <a:gd name="connsiteY45" fmla="*/ 127536 h 288055"/>
              <a:gd name="connsiteX46" fmla="*/ 644323 w 1225647"/>
              <a:gd name="connsiteY46" fmla="*/ 111595 h 288055"/>
              <a:gd name="connsiteX47" fmla="*/ 629956 w 1225647"/>
              <a:gd name="connsiteY47" fmla="*/ 111595 h 288055"/>
              <a:gd name="connsiteX48" fmla="*/ 629956 w 1225647"/>
              <a:gd name="connsiteY48" fmla="*/ 143478 h 288055"/>
              <a:gd name="connsiteX49" fmla="*/ 644323 w 1225647"/>
              <a:gd name="connsiteY49" fmla="*/ 143478 h 288055"/>
              <a:gd name="connsiteX50" fmla="*/ 740474 w 1225647"/>
              <a:gd name="connsiteY50" fmla="*/ 111595 h 288055"/>
              <a:gd name="connsiteX51" fmla="*/ 713397 w 1225647"/>
              <a:gd name="connsiteY51" fmla="*/ 111595 h 288055"/>
              <a:gd name="connsiteX52" fmla="*/ 713397 w 1225647"/>
              <a:gd name="connsiteY52" fmla="*/ 98951 h 288055"/>
              <a:gd name="connsiteX53" fmla="*/ 781918 w 1225647"/>
              <a:gd name="connsiteY53" fmla="*/ 98951 h 288055"/>
              <a:gd name="connsiteX54" fmla="*/ 781918 w 1225647"/>
              <a:gd name="connsiteY54" fmla="*/ 111595 h 288055"/>
              <a:gd name="connsiteX55" fmla="*/ 754841 w 1225647"/>
              <a:gd name="connsiteY55" fmla="*/ 111595 h 288055"/>
              <a:gd name="connsiteX56" fmla="*/ 754841 w 1225647"/>
              <a:gd name="connsiteY56" fmla="*/ 189104 h 288055"/>
              <a:gd name="connsiteX57" fmla="*/ 740474 w 1225647"/>
              <a:gd name="connsiteY57" fmla="*/ 189104 h 288055"/>
              <a:gd name="connsiteX58" fmla="*/ 740474 w 1225647"/>
              <a:gd name="connsiteY58" fmla="*/ 111595 h 288055"/>
              <a:gd name="connsiteX59" fmla="*/ 822257 w 1225647"/>
              <a:gd name="connsiteY59" fmla="*/ 98951 h 288055"/>
              <a:gd name="connsiteX60" fmla="*/ 836624 w 1225647"/>
              <a:gd name="connsiteY60" fmla="*/ 98951 h 288055"/>
              <a:gd name="connsiteX61" fmla="*/ 836624 w 1225647"/>
              <a:gd name="connsiteY61" fmla="*/ 176461 h 288055"/>
              <a:gd name="connsiteX62" fmla="*/ 876963 w 1225647"/>
              <a:gd name="connsiteY62" fmla="*/ 176461 h 288055"/>
              <a:gd name="connsiteX63" fmla="*/ 876963 w 1225647"/>
              <a:gd name="connsiteY63" fmla="*/ 189104 h 288055"/>
              <a:gd name="connsiteX64" fmla="*/ 822257 w 1225647"/>
              <a:gd name="connsiteY64" fmla="*/ 189104 h 288055"/>
              <a:gd name="connsiteX65" fmla="*/ 822257 w 1225647"/>
              <a:gd name="connsiteY65" fmla="*/ 98951 h 288055"/>
              <a:gd name="connsiteX66" fmla="*/ 969799 w 1225647"/>
              <a:gd name="connsiteY66" fmla="*/ 172613 h 288055"/>
              <a:gd name="connsiteX67" fmla="*/ 932775 w 1225647"/>
              <a:gd name="connsiteY67" fmla="*/ 172613 h 288055"/>
              <a:gd name="connsiteX68" fmla="*/ 925591 w 1225647"/>
              <a:gd name="connsiteY68" fmla="*/ 189654 h 288055"/>
              <a:gd name="connsiteX69" fmla="*/ 911224 w 1225647"/>
              <a:gd name="connsiteY69" fmla="*/ 189654 h 288055"/>
              <a:gd name="connsiteX70" fmla="*/ 951010 w 1225647"/>
              <a:gd name="connsiteY70" fmla="*/ 97852 h 288055"/>
              <a:gd name="connsiteX71" fmla="*/ 951563 w 1225647"/>
              <a:gd name="connsiteY71" fmla="*/ 97852 h 288055"/>
              <a:gd name="connsiteX72" fmla="*/ 991902 w 1225647"/>
              <a:gd name="connsiteY72" fmla="*/ 189654 h 288055"/>
              <a:gd name="connsiteX73" fmla="*/ 976430 w 1225647"/>
              <a:gd name="connsiteY73" fmla="*/ 189654 h 288055"/>
              <a:gd name="connsiteX74" fmla="*/ 969799 w 1225647"/>
              <a:gd name="connsiteY74" fmla="*/ 172613 h 288055"/>
              <a:gd name="connsiteX75" fmla="*/ 938301 w 1225647"/>
              <a:gd name="connsiteY75" fmla="*/ 159969 h 288055"/>
              <a:gd name="connsiteX76" fmla="*/ 964825 w 1225647"/>
              <a:gd name="connsiteY76" fmla="*/ 159969 h 288055"/>
              <a:gd name="connsiteX77" fmla="*/ 951563 w 1225647"/>
              <a:gd name="connsiteY77" fmla="*/ 128636 h 288055"/>
              <a:gd name="connsiteX78" fmla="*/ 938301 w 1225647"/>
              <a:gd name="connsiteY78" fmla="*/ 159969 h 288055"/>
              <a:gd name="connsiteX79" fmla="*/ 1045503 w 1225647"/>
              <a:gd name="connsiteY79" fmla="*/ 129735 h 288055"/>
              <a:gd name="connsiteX80" fmla="*/ 1045503 w 1225647"/>
              <a:gd name="connsiteY80" fmla="*/ 189104 h 288055"/>
              <a:gd name="connsiteX81" fmla="*/ 1032241 w 1225647"/>
              <a:gd name="connsiteY81" fmla="*/ 189104 h 288055"/>
              <a:gd name="connsiteX82" fmla="*/ 1032241 w 1225647"/>
              <a:gd name="connsiteY82" fmla="*/ 97852 h 288055"/>
              <a:gd name="connsiteX83" fmla="*/ 1033346 w 1225647"/>
              <a:gd name="connsiteY83" fmla="*/ 97852 h 288055"/>
              <a:gd name="connsiteX84" fmla="*/ 1091921 w 1225647"/>
              <a:gd name="connsiteY84" fmla="*/ 158320 h 288055"/>
              <a:gd name="connsiteX85" fmla="*/ 1091921 w 1225647"/>
              <a:gd name="connsiteY85" fmla="*/ 98951 h 288055"/>
              <a:gd name="connsiteX86" fmla="*/ 1105183 w 1225647"/>
              <a:gd name="connsiteY86" fmla="*/ 98951 h 288055"/>
              <a:gd name="connsiteX87" fmla="*/ 1105183 w 1225647"/>
              <a:gd name="connsiteY87" fmla="*/ 190204 h 288055"/>
              <a:gd name="connsiteX88" fmla="*/ 1104078 w 1225647"/>
              <a:gd name="connsiteY88" fmla="*/ 190204 h 288055"/>
              <a:gd name="connsiteX89" fmla="*/ 1045503 w 1225647"/>
              <a:gd name="connsiteY89" fmla="*/ 129735 h 288055"/>
              <a:gd name="connsiteX90" fmla="*/ 1151601 w 1225647"/>
              <a:gd name="connsiteY90" fmla="*/ 98951 h 288055"/>
              <a:gd name="connsiteX91" fmla="*/ 1177572 w 1225647"/>
              <a:gd name="connsiteY91" fmla="*/ 98951 h 288055"/>
              <a:gd name="connsiteX92" fmla="*/ 1225648 w 1225647"/>
              <a:gd name="connsiteY92" fmla="*/ 144028 h 288055"/>
              <a:gd name="connsiteX93" fmla="*/ 1177572 w 1225647"/>
              <a:gd name="connsiteY93" fmla="*/ 189104 h 288055"/>
              <a:gd name="connsiteX94" fmla="*/ 1151601 w 1225647"/>
              <a:gd name="connsiteY94" fmla="*/ 189104 h 288055"/>
              <a:gd name="connsiteX95" fmla="*/ 1151601 w 1225647"/>
              <a:gd name="connsiteY95" fmla="*/ 98951 h 288055"/>
              <a:gd name="connsiteX96" fmla="*/ 1176467 w 1225647"/>
              <a:gd name="connsiteY96" fmla="*/ 176461 h 288055"/>
              <a:gd name="connsiteX97" fmla="*/ 1210728 w 1225647"/>
              <a:gd name="connsiteY97" fmla="*/ 144028 h 288055"/>
              <a:gd name="connsiteX98" fmla="*/ 1176467 w 1225647"/>
              <a:gd name="connsiteY98" fmla="*/ 111595 h 288055"/>
              <a:gd name="connsiteX99" fmla="*/ 1165968 w 1225647"/>
              <a:gd name="connsiteY99" fmla="*/ 111595 h 288055"/>
              <a:gd name="connsiteX100" fmla="*/ 1165968 w 1225647"/>
              <a:gd name="connsiteY100" fmla="*/ 176461 h 288055"/>
              <a:gd name="connsiteX101" fmla="*/ 1176467 w 1225647"/>
              <a:gd name="connsiteY101" fmla="*/ 176461 h 2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25647" h="288055">
                <a:moveTo>
                  <a:pt x="290113" y="142928"/>
                </a:moveTo>
                <a:cubicBezTo>
                  <a:pt x="290666" y="222636"/>
                  <a:pt x="226565" y="287502"/>
                  <a:pt x="146440" y="288052"/>
                </a:cubicBezTo>
                <a:cubicBezTo>
                  <a:pt x="66314" y="288602"/>
                  <a:pt x="1109" y="224286"/>
                  <a:pt x="4" y="145127"/>
                </a:cubicBezTo>
                <a:cubicBezTo>
                  <a:pt x="-549" y="65419"/>
                  <a:pt x="64104" y="553"/>
                  <a:pt x="143677" y="4"/>
                </a:cubicBezTo>
                <a:cubicBezTo>
                  <a:pt x="144229" y="4"/>
                  <a:pt x="144229" y="4"/>
                  <a:pt x="144782" y="4"/>
                </a:cubicBezTo>
                <a:cubicBezTo>
                  <a:pt x="224908" y="-546"/>
                  <a:pt x="289561" y="63220"/>
                  <a:pt x="290113" y="142928"/>
                </a:cubicBezTo>
                <a:moveTo>
                  <a:pt x="358634" y="144028"/>
                </a:moveTo>
                <a:cubicBezTo>
                  <a:pt x="358082" y="118741"/>
                  <a:pt x="378528" y="98402"/>
                  <a:pt x="403394" y="97852"/>
                </a:cubicBezTo>
                <a:cubicBezTo>
                  <a:pt x="403947" y="97852"/>
                  <a:pt x="404499" y="97852"/>
                  <a:pt x="405052" y="97852"/>
                </a:cubicBezTo>
                <a:cubicBezTo>
                  <a:pt x="419419" y="97302"/>
                  <a:pt x="433234" y="103899"/>
                  <a:pt x="441523" y="115443"/>
                </a:cubicBezTo>
                <a:lnTo>
                  <a:pt x="430471" y="123139"/>
                </a:lnTo>
                <a:cubicBezTo>
                  <a:pt x="424392" y="114893"/>
                  <a:pt x="414446" y="109946"/>
                  <a:pt x="404499" y="111045"/>
                </a:cubicBezTo>
                <a:cubicBezTo>
                  <a:pt x="386264" y="111045"/>
                  <a:pt x="373002" y="125338"/>
                  <a:pt x="373002" y="144578"/>
                </a:cubicBezTo>
                <a:cubicBezTo>
                  <a:pt x="371896" y="162168"/>
                  <a:pt x="385159" y="177010"/>
                  <a:pt x="402841" y="178110"/>
                </a:cubicBezTo>
                <a:cubicBezTo>
                  <a:pt x="403394" y="178110"/>
                  <a:pt x="404499" y="178110"/>
                  <a:pt x="405052" y="178110"/>
                </a:cubicBezTo>
                <a:cubicBezTo>
                  <a:pt x="416104" y="178660"/>
                  <a:pt x="426050" y="173712"/>
                  <a:pt x="432681" y="164917"/>
                </a:cubicBezTo>
                <a:lnTo>
                  <a:pt x="443733" y="172613"/>
                </a:lnTo>
                <a:cubicBezTo>
                  <a:pt x="427708" y="193502"/>
                  <a:pt x="397868" y="197350"/>
                  <a:pt x="376870" y="181408"/>
                </a:cubicBezTo>
                <a:cubicBezTo>
                  <a:pt x="365818" y="172063"/>
                  <a:pt x="359187" y="158320"/>
                  <a:pt x="358634" y="144028"/>
                </a:cubicBezTo>
                <a:moveTo>
                  <a:pt x="478546" y="144028"/>
                </a:moveTo>
                <a:cubicBezTo>
                  <a:pt x="477994" y="118191"/>
                  <a:pt x="498992" y="96753"/>
                  <a:pt x="524964" y="96203"/>
                </a:cubicBezTo>
                <a:cubicBezTo>
                  <a:pt x="550936" y="95653"/>
                  <a:pt x="572487" y="116542"/>
                  <a:pt x="573039" y="142379"/>
                </a:cubicBezTo>
                <a:cubicBezTo>
                  <a:pt x="573592" y="168215"/>
                  <a:pt x="552593" y="189654"/>
                  <a:pt x="526622" y="190204"/>
                </a:cubicBezTo>
                <a:cubicBezTo>
                  <a:pt x="526622" y="190204"/>
                  <a:pt x="526069" y="190204"/>
                  <a:pt x="526069" y="190204"/>
                </a:cubicBezTo>
                <a:cubicBezTo>
                  <a:pt x="500650" y="190753"/>
                  <a:pt x="479651" y="170964"/>
                  <a:pt x="479099" y="145677"/>
                </a:cubicBezTo>
                <a:cubicBezTo>
                  <a:pt x="478546" y="145127"/>
                  <a:pt x="478546" y="144578"/>
                  <a:pt x="478546" y="144028"/>
                </a:cubicBezTo>
                <a:moveTo>
                  <a:pt x="558119" y="144028"/>
                </a:moveTo>
                <a:cubicBezTo>
                  <a:pt x="558119" y="126437"/>
                  <a:pt x="543752" y="112145"/>
                  <a:pt x="526069" y="112145"/>
                </a:cubicBezTo>
                <a:cubicBezTo>
                  <a:pt x="508386" y="112145"/>
                  <a:pt x="494019" y="126437"/>
                  <a:pt x="494019" y="144028"/>
                </a:cubicBezTo>
                <a:cubicBezTo>
                  <a:pt x="494019" y="144028"/>
                  <a:pt x="494019" y="144028"/>
                  <a:pt x="494019" y="144028"/>
                </a:cubicBezTo>
                <a:cubicBezTo>
                  <a:pt x="494019" y="161619"/>
                  <a:pt x="508386" y="175911"/>
                  <a:pt x="526069" y="175911"/>
                </a:cubicBezTo>
                <a:cubicBezTo>
                  <a:pt x="543199" y="176461"/>
                  <a:pt x="558119" y="161619"/>
                  <a:pt x="558119" y="144028"/>
                </a:cubicBezTo>
                <a:cubicBezTo>
                  <a:pt x="558119" y="144028"/>
                  <a:pt x="558119" y="144028"/>
                  <a:pt x="558119" y="144028"/>
                </a:cubicBezTo>
                <a:moveTo>
                  <a:pt x="629956" y="189104"/>
                </a:moveTo>
                <a:lnTo>
                  <a:pt x="615588" y="189104"/>
                </a:lnTo>
                <a:lnTo>
                  <a:pt x="615588" y="98951"/>
                </a:lnTo>
                <a:lnTo>
                  <a:pt x="644876" y="98951"/>
                </a:lnTo>
                <a:cubicBezTo>
                  <a:pt x="666427" y="98951"/>
                  <a:pt x="678584" y="110495"/>
                  <a:pt x="678584" y="127536"/>
                </a:cubicBezTo>
                <a:cubicBezTo>
                  <a:pt x="679136" y="139080"/>
                  <a:pt x="671953" y="149525"/>
                  <a:pt x="660901" y="153373"/>
                </a:cubicBezTo>
                <a:lnTo>
                  <a:pt x="683004" y="189104"/>
                </a:lnTo>
                <a:lnTo>
                  <a:pt x="667532" y="189104"/>
                </a:lnTo>
                <a:lnTo>
                  <a:pt x="647086" y="155572"/>
                </a:lnTo>
                <a:lnTo>
                  <a:pt x="630508" y="155572"/>
                </a:lnTo>
                <a:lnTo>
                  <a:pt x="629956" y="189104"/>
                </a:lnTo>
                <a:close/>
                <a:moveTo>
                  <a:pt x="644323" y="143478"/>
                </a:moveTo>
                <a:cubicBezTo>
                  <a:pt x="658138" y="143478"/>
                  <a:pt x="663664" y="137981"/>
                  <a:pt x="663664" y="127536"/>
                </a:cubicBezTo>
                <a:cubicBezTo>
                  <a:pt x="663664" y="117092"/>
                  <a:pt x="658138" y="111595"/>
                  <a:pt x="644323" y="111595"/>
                </a:cubicBezTo>
                <a:lnTo>
                  <a:pt x="629956" y="111595"/>
                </a:lnTo>
                <a:lnTo>
                  <a:pt x="629956" y="143478"/>
                </a:lnTo>
                <a:lnTo>
                  <a:pt x="644323" y="143478"/>
                </a:lnTo>
                <a:close/>
                <a:moveTo>
                  <a:pt x="740474" y="111595"/>
                </a:moveTo>
                <a:lnTo>
                  <a:pt x="713397" y="111595"/>
                </a:lnTo>
                <a:lnTo>
                  <a:pt x="713397" y="98951"/>
                </a:lnTo>
                <a:lnTo>
                  <a:pt x="781918" y="98951"/>
                </a:lnTo>
                <a:lnTo>
                  <a:pt x="781918" y="111595"/>
                </a:lnTo>
                <a:lnTo>
                  <a:pt x="754841" y="111595"/>
                </a:lnTo>
                <a:lnTo>
                  <a:pt x="754841" y="189104"/>
                </a:lnTo>
                <a:lnTo>
                  <a:pt x="740474" y="189104"/>
                </a:lnTo>
                <a:lnTo>
                  <a:pt x="740474" y="111595"/>
                </a:lnTo>
                <a:close/>
                <a:moveTo>
                  <a:pt x="822257" y="98951"/>
                </a:moveTo>
                <a:lnTo>
                  <a:pt x="836624" y="98951"/>
                </a:lnTo>
                <a:lnTo>
                  <a:pt x="836624" y="176461"/>
                </a:lnTo>
                <a:lnTo>
                  <a:pt x="876963" y="176461"/>
                </a:lnTo>
                <a:lnTo>
                  <a:pt x="876963" y="189104"/>
                </a:lnTo>
                <a:lnTo>
                  <a:pt x="822257" y="189104"/>
                </a:lnTo>
                <a:lnTo>
                  <a:pt x="822257" y="98951"/>
                </a:lnTo>
                <a:close/>
                <a:moveTo>
                  <a:pt x="969799" y="172613"/>
                </a:moveTo>
                <a:lnTo>
                  <a:pt x="932775" y="172613"/>
                </a:lnTo>
                <a:lnTo>
                  <a:pt x="925591" y="189654"/>
                </a:lnTo>
                <a:lnTo>
                  <a:pt x="911224" y="189654"/>
                </a:lnTo>
                <a:lnTo>
                  <a:pt x="951010" y="97852"/>
                </a:lnTo>
                <a:lnTo>
                  <a:pt x="951563" y="97852"/>
                </a:lnTo>
                <a:lnTo>
                  <a:pt x="991902" y="189654"/>
                </a:lnTo>
                <a:lnTo>
                  <a:pt x="976430" y="189654"/>
                </a:lnTo>
                <a:lnTo>
                  <a:pt x="969799" y="172613"/>
                </a:lnTo>
                <a:close/>
                <a:moveTo>
                  <a:pt x="938301" y="159969"/>
                </a:moveTo>
                <a:lnTo>
                  <a:pt x="964825" y="159969"/>
                </a:lnTo>
                <a:lnTo>
                  <a:pt x="951563" y="128636"/>
                </a:lnTo>
                <a:lnTo>
                  <a:pt x="938301" y="159969"/>
                </a:lnTo>
                <a:close/>
                <a:moveTo>
                  <a:pt x="1045503" y="129735"/>
                </a:moveTo>
                <a:lnTo>
                  <a:pt x="1045503" y="189104"/>
                </a:lnTo>
                <a:lnTo>
                  <a:pt x="1032241" y="189104"/>
                </a:lnTo>
                <a:lnTo>
                  <a:pt x="1032241" y="97852"/>
                </a:lnTo>
                <a:lnTo>
                  <a:pt x="1033346" y="97852"/>
                </a:lnTo>
                <a:lnTo>
                  <a:pt x="1091921" y="158320"/>
                </a:lnTo>
                <a:lnTo>
                  <a:pt x="1091921" y="98951"/>
                </a:lnTo>
                <a:lnTo>
                  <a:pt x="1105183" y="98951"/>
                </a:lnTo>
                <a:lnTo>
                  <a:pt x="1105183" y="190204"/>
                </a:lnTo>
                <a:lnTo>
                  <a:pt x="1104078" y="190204"/>
                </a:lnTo>
                <a:lnTo>
                  <a:pt x="1045503" y="129735"/>
                </a:lnTo>
                <a:close/>
                <a:moveTo>
                  <a:pt x="1151601" y="98951"/>
                </a:moveTo>
                <a:lnTo>
                  <a:pt x="1177572" y="98951"/>
                </a:lnTo>
                <a:cubicBezTo>
                  <a:pt x="1207412" y="98951"/>
                  <a:pt x="1225648" y="117642"/>
                  <a:pt x="1225648" y="144028"/>
                </a:cubicBezTo>
                <a:cubicBezTo>
                  <a:pt x="1225648" y="170414"/>
                  <a:pt x="1207412" y="189104"/>
                  <a:pt x="1177572" y="189104"/>
                </a:cubicBezTo>
                <a:lnTo>
                  <a:pt x="1151601" y="189104"/>
                </a:lnTo>
                <a:lnTo>
                  <a:pt x="1151601" y="98951"/>
                </a:lnTo>
                <a:close/>
                <a:moveTo>
                  <a:pt x="1176467" y="176461"/>
                </a:moveTo>
                <a:cubicBezTo>
                  <a:pt x="1200228" y="176461"/>
                  <a:pt x="1210728" y="163268"/>
                  <a:pt x="1210728" y="144028"/>
                </a:cubicBezTo>
                <a:cubicBezTo>
                  <a:pt x="1210728" y="124788"/>
                  <a:pt x="1200228" y="111595"/>
                  <a:pt x="1176467" y="111595"/>
                </a:cubicBezTo>
                <a:lnTo>
                  <a:pt x="1165968" y="111595"/>
                </a:lnTo>
                <a:lnTo>
                  <a:pt x="1165968" y="176461"/>
                </a:lnTo>
                <a:lnTo>
                  <a:pt x="1176467" y="176461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B753AB-AA60-40BE-B7E5-214767A2F0DF}"/>
              </a:ext>
            </a:extLst>
          </p:cNvPr>
          <p:cNvSpPr>
            <a:spLocks/>
          </p:cNvSpPr>
          <p:nvPr userDrawn="1"/>
        </p:nvSpPr>
        <p:spPr>
          <a:xfrm>
            <a:off x="10025063" y="6381751"/>
            <a:ext cx="369093" cy="370424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1F097C7-C0FC-4F4E-808C-FD53A0793192}"/>
              </a:ext>
            </a:extLst>
          </p:cNvPr>
          <p:cNvSpPr/>
          <p:nvPr userDrawn="1"/>
        </p:nvSpPr>
        <p:spPr>
          <a:xfrm>
            <a:off x="10059820" y="6414693"/>
            <a:ext cx="307338" cy="300142"/>
          </a:xfrm>
          <a:custGeom>
            <a:avLst/>
            <a:gdLst>
              <a:gd name="connsiteX0" fmla="*/ 142100 w 307338"/>
              <a:gd name="connsiteY0" fmla="*/ 249019 h 300142"/>
              <a:gd name="connsiteX1" fmla="*/ 54791 w 307338"/>
              <a:gd name="connsiteY1" fmla="*/ 137977 h 300142"/>
              <a:gd name="connsiteX2" fmla="*/ 142100 w 307338"/>
              <a:gd name="connsiteY2" fmla="*/ 51123 h 300142"/>
              <a:gd name="connsiteX3" fmla="*/ 142100 w 307338"/>
              <a:gd name="connsiteY3" fmla="*/ 69813 h 300142"/>
              <a:gd name="connsiteX4" fmla="*/ 73579 w 307338"/>
              <a:gd name="connsiteY4" fmla="*/ 162714 h 300142"/>
              <a:gd name="connsiteX5" fmla="*/ 142100 w 307338"/>
              <a:gd name="connsiteY5" fmla="*/ 230879 h 300142"/>
              <a:gd name="connsiteX6" fmla="*/ 142100 w 307338"/>
              <a:gd name="connsiteY6" fmla="*/ 249019 h 300142"/>
              <a:gd name="connsiteX7" fmla="*/ 155362 w 307338"/>
              <a:gd name="connsiteY7" fmla="*/ 18140 h 300142"/>
              <a:gd name="connsiteX8" fmla="*/ 149284 w 307338"/>
              <a:gd name="connsiteY8" fmla="*/ 18140 h 300142"/>
              <a:gd name="connsiteX9" fmla="*/ 23846 w 307338"/>
              <a:gd name="connsiteY9" fmla="*/ 156668 h 300142"/>
              <a:gd name="connsiteX10" fmla="*/ 147074 w 307338"/>
              <a:gd name="connsiteY10" fmla="*/ 281452 h 300142"/>
              <a:gd name="connsiteX11" fmla="*/ 155362 w 307338"/>
              <a:gd name="connsiteY11" fmla="*/ 281452 h 300142"/>
              <a:gd name="connsiteX12" fmla="*/ 167519 w 307338"/>
              <a:gd name="connsiteY12" fmla="*/ 280902 h 300142"/>
              <a:gd name="connsiteX13" fmla="*/ 169730 w 307338"/>
              <a:gd name="connsiteY13" fmla="*/ 280902 h 300142"/>
              <a:gd name="connsiteX14" fmla="*/ 169730 w 307338"/>
              <a:gd name="connsiteY14" fmla="*/ 230329 h 300142"/>
              <a:gd name="connsiteX15" fmla="*/ 174703 w 307338"/>
              <a:gd name="connsiteY15" fmla="*/ 229229 h 300142"/>
              <a:gd name="connsiteX16" fmla="*/ 179124 w 307338"/>
              <a:gd name="connsiteY16" fmla="*/ 228130 h 300142"/>
              <a:gd name="connsiteX17" fmla="*/ 235488 w 307338"/>
              <a:gd name="connsiteY17" fmla="*/ 127533 h 300142"/>
              <a:gd name="connsiteX18" fmla="*/ 169730 w 307338"/>
              <a:gd name="connsiteY18" fmla="*/ 69264 h 300142"/>
              <a:gd name="connsiteX19" fmla="*/ 169730 w 307338"/>
              <a:gd name="connsiteY19" fmla="*/ 51123 h 300142"/>
              <a:gd name="connsiteX20" fmla="*/ 256486 w 307338"/>
              <a:gd name="connsiteY20" fmla="*/ 163264 h 300142"/>
              <a:gd name="connsiteX21" fmla="*/ 190728 w 307338"/>
              <a:gd name="connsiteY21" fmla="*/ 244621 h 300142"/>
              <a:gd name="connsiteX22" fmla="*/ 189070 w 307338"/>
              <a:gd name="connsiteY22" fmla="*/ 245171 h 300142"/>
              <a:gd name="connsiteX23" fmla="*/ 189070 w 307338"/>
              <a:gd name="connsiteY23" fmla="*/ 278154 h 300142"/>
              <a:gd name="connsiteX24" fmla="*/ 190176 w 307338"/>
              <a:gd name="connsiteY24" fmla="*/ 278154 h 300142"/>
              <a:gd name="connsiteX25" fmla="*/ 191281 w 307338"/>
              <a:gd name="connsiteY25" fmla="*/ 277604 h 300142"/>
              <a:gd name="connsiteX26" fmla="*/ 283563 w 307338"/>
              <a:gd name="connsiteY26" fmla="*/ 114890 h 300142"/>
              <a:gd name="connsiteX27" fmla="*/ 160336 w 307338"/>
              <a:gd name="connsiteY27" fmla="*/ 18140 h 300142"/>
              <a:gd name="connsiteX28" fmla="*/ 155362 w 307338"/>
              <a:gd name="connsiteY28" fmla="*/ 18140 h 300142"/>
              <a:gd name="connsiteX29" fmla="*/ 155362 w 307338"/>
              <a:gd name="connsiteY29" fmla="*/ 300142 h 300142"/>
              <a:gd name="connsiteX30" fmla="*/ 145416 w 307338"/>
              <a:gd name="connsiteY30" fmla="*/ 299592 h 300142"/>
              <a:gd name="connsiteX31" fmla="*/ 85 w 307338"/>
              <a:gd name="connsiteY31" fmla="*/ 144574 h 300142"/>
              <a:gd name="connsiteX32" fmla="*/ 148731 w 307338"/>
              <a:gd name="connsiteY32" fmla="*/ 0 h 300142"/>
              <a:gd name="connsiteX33" fmla="*/ 155362 w 307338"/>
              <a:gd name="connsiteY33" fmla="*/ 0 h 300142"/>
              <a:gd name="connsiteX34" fmla="*/ 160888 w 307338"/>
              <a:gd name="connsiteY34" fmla="*/ 0 h 300142"/>
              <a:gd name="connsiteX35" fmla="*/ 264775 w 307338"/>
              <a:gd name="connsiteY35" fmla="*/ 45626 h 300142"/>
              <a:gd name="connsiteX36" fmla="*/ 307325 w 307338"/>
              <a:gd name="connsiteY36" fmla="*/ 150071 h 300142"/>
              <a:gd name="connsiteX37" fmla="*/ 173598 w 307338"/>
              <a:gd name="connsiteY37" fmla="*/ 299043 h 300142"/>
              <a:gd name="connsiteX38" fmla="*/ 155362 w 307338"/>
              <a:gd name="connsiteY38" fmla="*/ 300142 h 300142"/>
              <a:gd name="connsiteX39" fmla="*/ 155362 w 307338"/>
              <a:gd name="connsiteY39" fmla="*/ 300142 h 30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7338" h="300142">
                <a:moveTo>
                  <a:pt x="142100" y="249019"/>
                </a:moveTo>
                <a:cubicBezTo>
                  <a:pt x="86841" y="242423"/>
                  <a:pt x="48160" y="192399"/>
                  <a:pt x="54791" y="137977"/>
                </a:cubicBezTo>
                <a:cubicBezTo>
                  <a:pt x="60317" y="92351"/>
                  <a:pt x="96235" y="56620"/>
                  <a:pt x="142100" y="51123"/>
                </a:cubicBezTo>
                <a:lnTo>
                  <a:pt x="142100" y="69813"/>
                </a:lnTo>
                <a:cubicBezTo>
                  <a:pt x="97340" y="76960"/>
                  <a:pt x="66395" y="118188"/>
                  <a:pt x="73579" y="162714"/>
                </a:cubicBezTo>
                <a:cubicBezTo>
                  <a:pt x="79105" y="197896"/>
                  <a:pt x="106734" y="225381"/>
                  <a:pt x="142100" y="230879"/>
                </a:cubicBezTo>
                <a:lnTo>
                  <a:pt x="142100" y="249019"/>
                </a:lnTo>
                <a:close/>
                <a:moveTo>
                  <a:pt x="155362" y="18140"/>
                </a:moveTo>
                <a:cubicBezTo>
                  <a:pt x="153152" y="18140"/>
                  <a:pt x="151494" y="18140"/>
                  <a:pt x="149284" y="18140"/>
                </a:cubicBezTo>
                <a:cubicBezTo>
                  <a:pt x="76342" y="21988"/>
                  <a:pt x="19978" y="84106"/>
                  <a:pt x="23846" y="156668"/>
                </a:cubicBezTo>
                <a:cubicBezTo>
                  <a:pt x="27162" y="223183"/>
                  <a:pt x="80210" y="277054"/>
                  <a:pt x="147074" y="281452"/>
                </a:cubicBezTo>
                <a:lnTo>
                  <a:pt x="155362" y="281452"/>
                </a:lnTo>
                <a:cubicBezTo>
                  <a:pt x="159231" y="281452"/>
                  <a:pt x="163651" y="281452"/>
                  <a:pt x="167519" y="280902"/>
                </a:cubicBezTo>
                <a:lnTo>
                  <a:pt x="169730" y="280902"/>
                </a:lnTo>
                <a:lnTo>
                  <a:pt x="169730" y="230329"/>
                </a:lnTo>
                <a:cubicBezTo>
                  <a:pt x="169730" y="230329"/>
                  <a:pt x="172493" y="229779"/>
                  <a:pt x="174703" y="229229"/>
                </a:cubicBezTo>
                <a:lnTo>
                  <a:pt x="179124" y="228130"/>
                </a:lnTo>
                <a:cubicBezTo>
                  <a:pt x="222778" y="216036"/>
                  <a:pt x="247645" y="170410"/>
                  <a:pt x="235488" y="127533"/>
                </a:cubicBezTo>
                <a:cubicBezTo>
                  <a:pt x="226646" y="97299"/>
                  <a:pt x="201227" y="74211"/>
                  <a:pt x="169730" y="69264"/>
                </a:cubicBezTo>
                <a:lnTo>
                  <a:pt x="169730" y="51123"/>
                </a:lnTo>
                <a:cubicBezTo>
                  <a:pt x="224436" y="58269"/>
                  <a:pt x="263670" y="108293"/>
                  <a:pt x="256486" y="163264"/>
                </a:cubicBezTo>
                <a:cubicBezTo>
                  <a:pt x="251513" y="200644"/>
                  <a:pt x="226094" y="231978"/>
                  <a:pt x="190728" y="244621"/>
                </a:cubicBezTo>
                <a:lnTo>
                  <a:pt x="189070" y="245171"/>
                </a:lnTo>
                <a:lnTo>
                  <a:pt x="189070" y="278154"/>
                </a:lnTo>
                <a:lnTo>
                  <a:pt x="190176" y="278154"/>
                </a:lnTo>
                <a:lnTo>
                  <a:pt x="191281" y="277604"/>
                </a:lnTo>
                <a:cubicBezTo>
                  <a:pt x="262012" y="257814"/>
                  <a:pt x="302904" y="185253"/>
                  <a:pt x="283563" y="114890"/>
                </a:cubicBezTo>
                <a:cubicBezTo>
                  <a:pt x="267538" y="59369"/>
                  <a:pt x="217805" y="20339"/>
                  <a:pt x="160336" y="18140"/>
                </a:cubicBezTo>
                <a:lnTo>
                  <a:pt x="155362" y="18140"/>
                </a:lnTo>
                <a:close/>
                <a:moveTo>
                  <a:pt x="155362" y="300142"/>
                </a:moveTo>
                <a:cubicBezTo>
                  <a:pt x="152047" y="300142"/>
                  <a:pt x="148731" y="300142"/>
                  <a:pt x="145416" y="299592"/>
                </a:cubicBezTo>
                <a:cubicBezTo>
                  <a:pt x="62527" y="297394"/>
                  <a:pt x="-2678" y="227580"/>
                  <a:pt x="85" y="144574"/>
                </a:cubicBezTo>
                <a:cubicBezTo>
                  <a:pt x="2848" y="64866"/>
                  <a:pt x="68053" y="1099"/>
                  <a:pt x="148731" y="0"/>
                </a:cubicBezTo>
                <a:lnTo>
                  <a:pt x="155362" y="0"/>
                </a:lnTo>
                <a:lnTo>
                  <a:pt x="160888" y="0"/>
                </a:lnTo>
                <a:cubicBezTo>
                  <a:pt x="200122" y="1099"/>
                  <a:pt x="237698" y="17591"/>
                  <a:pt x="264775" y="45626"/>
                </a:cubicBezTo>
                <a:cubicBezTo>
                  <a:pt x="292405" y="73661"/>
                  <a:pt x="307877" y="111042"/>
                  <a:pt x="307325" y="150071"/>
                </a:cubicBezTo>
                <a:cubicBezTo>
                  <a:pt x="306772" y="226481"/>
                  <a:pt x="249303" y="290247"/>
                  <a:pt x="173598" y="299043"/>
                </a:cubicBezTo>
                <a:cubicBezTo>
                  <a:pt x="167519" y="300142"/>
                  <a:pt x="161441" y="300142"/>
                  <a:pt x="155362" y="300142"/>
                </a:cubicBezTo>
                <a:lnTo>
                  <a:pt x="155362" y="300142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214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078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323B7824-04B0-48B7-93DC-967B0394E4D0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5C1C8198-C61B-4939-88D7-460161FE130C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7918704" cy="384721"/>
          </a:xfrm>
        </p:spPr>
        <p:txBody>
          <a:bodyPr vert="horz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81AD0416-4C85-41CF-B403-A076965AF76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7918704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82ABB65-CD02-49F3-A082-D173A60C95A1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4" y="6501669"/>
            <a:ext cx="7918704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395BCA-A878-46C9-BAEE-66FFA988AE9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887F9B8-7FD9-4FE5-8D89-7712C24A80EE}"/>
              </a:ext>
            </a:extLst>
          </p:cNvPr>
          <p:cNvSpPr>
            <a:spLocks/>
          </p:cNvSpPr>
          <p:nvPr userDrawn="1"/>
        </p:nvSpPr>
        <p:spPr>
          <a:xfrm>
            <a:off x="10069848" y="6422935"/>
            <a:ext cx="1225647" cy="288055"/>
          </a:xfrm>
          <a:custGeom>
            <a:avLst/>
            <a:gdLst>
              <a:gd name="connsiteX0" fmla="*/ 290113 w 1225647"/>
              <a:gd name="connsiteY0" fmla="*/ 142928 h 288055"/>
              <a:gd name="connsiteX1" fmla="*/ 146440 w 1225647"/>
              <a:gd name="connsiteY1" fmla="*/ 288052 h 288055"/>
              <a:gd name="connsiteX2" fmla="*/ 4 w 1225647"/>
              <a:gd name="connsiteY2" fmla="*/ 145127 h 288055"/>
              <a:gd name="connsiteX3" fmla="*/ 143677 w 1225647"/>
              <a:gd name="connsiteY3" fmla="*/ 4 h 288055"/>
              <a:gd name="connsiteX4" fmla="*/ 144782 w 1225647"/>
              <a:gd name="connsiteY4" fmla="*/ 4 h 288055"/>
              <a:gd name="connsiteX5" fmla="*/ 290113 w 1225647"/>
              <a:gd name="connsiteY5" fmla="*/ 142928 h 288055"/>
              <a:gd name="connsiteX6" fmla="*/ 358634 w 1225647"/>
              <a:gd name="connsiteY6" fmla="*/ 144028 h 288055"/>
              <a:gd name="connsiteX7" fmla="*/ 403394 w 1225647"/>
              <a:gd name="connsiteY7" fmla="*/ 97852 h 288055"/>
              <a:gd name="connsiteX8" fmla="*/ 405052 w 1225647"/>
              <a:gd name="connsiteY8" fmla="*/ 97852 h 288055"/>
              <a:gd name="connsiteX9" fmla="*/ 441523 w 1225647"/>
              <a:gd name="connsiteY9" fmla="*/ 115443 h 288055"/>
              <a:gd name="connsiteX10" fmla="*/ 430471 w 1225647"/>
              <a:gd name="connsiteY10" fmla="*/ 123139 h 288055"/>
              <a:gd name="connsiteX11" fmla="*/ 404499 w 1225647"/>
              <a:gd name="connsiteY11" fmla="*/ 111045 h 288055"/>
              <a:gd name="connsiteX12" fmla="*/ 373002 w 1225647"/>
              <a:gd name="connsiteY12" fmla="*/ 144578 h 288055"/>
              <a:gd name="connsiteX13" fmla="*/ 402841 w 1225647"/>
              <a:gd name="connsiteY13" fmla="*/ 178110 h 288055"/>
              <a:gd name="connsiteX14" fmla="*/ 405052 w 1225647"/>
              <a:gd name="connsiteY14" fmla="*/ 178110 h 288055"/>
              <a:gd name="connsiteX15" fmla="*/ 432681 w 1225647"/>
              <a:gd name="connsiteY15" fmla="*/ 164917 h 288055"/>
              <a:gd name="connsiteX16" fmla="*/ 443733 w 1225647"/>
              <a:gd name="connsiteY16" fmla="*/ 172613 h 288055"/>
              <a:gd name="connsiteX17" fmla="*/ 376870 w 1225647"/>
              <a:gd name="connsiteY17" fmla="*/ 181408 h 288055"/>
              <a:gd name="connsiteX18" fmla="*/ 358634 w 1225647"/>
              <a:gd name="connsiteY18" fmla="*/ 144028 h 288055"/>
              <a:gd name="connsiteX19" fmla="*/ 478546 w 1225647"/>
              <a:gd name="connsiteY19" fmla="*/ 144028 h 288055"/>
              <a:gd name="connsiteX20" fmla="*/ 524964 w 1225647"/>
              <a:gd name="connsiteY20" fmla="*/ 96203 h 288055"/>
              <a:gd name="connsiteX21" fmla="*/ 573039 w 1225647"/>
              <a:gd name="connsiteY21" fmla="*/ 142379 h 288055"/>
              <a:gd name="connsiteX22" fmla="*/ 526622 w 1225647"/>
              <a:gd name="connsiteY22" fmla="*/ 190204 h 288055"/>
              <a:gd name="connsiteX23" fmla="*/ 526069 w 1225647"/>
              <a:gd name="connsiteY23" fmla="*/ 190204 h 288055"/>
              <a:gd name="connsiteX24" fmla="*/ 479099 w 1225647"/>
              <a:gd name="connsiteY24" fmla="*/ 145677 h 288055"/>
              <a:gd name="connsiteX25" fmla="*/ 478546 w 1225647"/>
              <a:gd name="connsiteY25" fmla="*/ 144028 h 288055"/>
              <a:gd name="connsiteX26" fmla="*/ 558119 w 1225647"/>
              <a:gd name="connsiteY26" fmla="*/ 144028 h 288055"/>
              <a:gd name="connsiteX27" fmla="*/ 526069 w 1225647"/>
              <a:gd name="connsiteY27" fmla="*/ 112145 h 288055"/>
              <a:gd name="connsiteX28" fmla="*/ 494019 w 1225647"/>
              <a:gd name="connsiteY28" fmla="*/ 144028 h 288055"/>
              <a:gd name="connsiteX29" fmla="*/ 494019 w 1225647"/>
              <a:gd name="connsiteY29" fmla="*/ 144028 h 288055"/>
              <a:gd name="connsiteX30" fmla="*/ 526069 w 1225647"/>
              <a:gd name="connsiteY30" fmla="*/ 175911 h 288055"/>
              <a:gd name="connsiteX31" fmla="*/ 558119 w 1225647"/>
              <a:gd name="connsiteY31" fmla="*/ 144028 h 288055"/>
              <a:gd name="connsiteX32" fmla="*/ 558119 w 1225647"/>
              <a:gd name="connsiteY32" fmla="*/ 144028 h 288055"/>
              <a:gd name="connsiteX33" fmla="*/ 629956 w 1225647"/>
              <a:gd name="connsiteY33" fmla="*/ 189104 h 288055"/>
              <a:gd name="connsiteX34" fmla="*/ 615588 w 1225647"/>
              <a:gd name="connsiteY34" fmla="*/ 189104 h 288055"/>
              <a:gd name="connsiteX35" fmla="*/ 615588 w 1225647"/>
              <a:gd name="connsiteY35" fmla="*/ 98951 h 288055"/>
              <a:gd name="connsiteX36" fmla="*/ 644876 w 1225647"/>
              <a:gd name="connsiteY36" fmla="*/ 98951 h 288055"/>
              <a:gd name="connsiteX37" fmla="*/ 678584 w 1225647"/>
              <a:gd name="connsiteY37" fmla="*/ 127536 h 288055"/>
              <a:gd name="connsiteX38" fmla="*/ 660901 w 1225647"/>
              <a:gd name="connsiteY38" fmla="*/ 153373 h 288055"/>
              <a:gd name="connsiteX39" fmla="*/ 683004 w 1225647"/>
              <a:gd name="connsiteY39" fmla="*/ 189104 h 288055"/>
              <a:gd name="connsiteX40" fmla="*/ 667532 w 1225647"/>
              <a:gd name="connsiteY40" fmla="*/ 189104 h 288055"/>
              <a:gd name="connsiteX41" fmla="*/ 647086 w 1225647"/>
              <a:gd name="connsiteY41" fmla="*/ 155572 h 288055"/>
              <a:gd name="connsiteX42" fmla="*/ 630508 w 1225647"/>
              <a:gd name="connsiteY42" fmla="*/ 155572 h 288055"/>
              <a:gd name="connsiteX43" fmla="*/ 629956 w 1225647"/>
              <a:gd name="connsiteY43" fmla="*/ 189104 h 288055"/>
              <a:gd name="connsiteX44" fmla="*/ 644323 w 1225647"/>
              <a:gd name="connsiteY44" fmla="*/ 143478 h 288055"/>
              <a:gd name="connsiteX45" fmla="*/ 663664 w 1225647"/>
              <a:gd name="connsiteY45" fmla="*/ 127536 h 288055"/>
              <a:gd name="connsiteX46" fmla="*/ 644323 w 1225647"/>
              <a:gd name="connsiteY46" fmla="*/ 111595 h 288055"/>
              <a:gd name="connsiteX47" fmla="*/ 629956 w 1225647"/>
              <a:gd name="connsiteY47" fmla="*/ 111595 h 288055"/>
              <a:gd name="connsiteX48" fmla="*/ 629956 w 1225647"/>
              <a:gd name="connsiteY48" fmla="*/ 143478 h 288055"/>
              <a:gd name="connsiteX49" fmla="*/ 644323 w 1225647"/>
              <a:gd name="connsiteY49" fmla="*/ 143478 h 288055"/>
              <a:gd name="connsiteX50" fmla="*/ 740474 w 1225647"/>
              <a:gd name="connsiteY50" fmla="*/ 111595 h 288055"/>
              <a:gd name="connsiteX51" fmla="*/ 713397 w 1225647"/>
              <a:gd name="connsiteY51" fmla="*/ 111595 h 288055"/>
              <a:gd name="connsiteX52" fmla="*/ 713397 w 1225647"/>
              <a:gd name="connsiteY52" fmla="*/ 98951 h 288055"/>
              <a:gd name="connsiteX53" fmla="*/ 781918 w 1225647"/>
              <a:gd name="connsiteY53" fmla="*/ 98951 h 288055"/>
              <a:gd name="connsiteX54" fmla="*/ 781918 w 1225647"/>
              <a:gd name="connsiteY54" fmla="*/ 111595 h 288055"/>
              <a:gd name="connsiteX55" fmla="*/ 754841 w 1225647"/>
              <a:gd name="connsiteY55" fmla="*/ 111595 h 288055"/>
              <a:gd name="connsiteX56" fmla="*/ 754841 w 1225647"/>
              <a:gd name="connsiteY56" fmla="*/ 189104 h 288055"/>
              <a:gd name="connsiteX57" fmla="*/ 740474 w 1225647"/>
              <a:gd name="connsiteY57" fmla="*/ 189104 h 288055"/>
              <a:gd name="connsiteX58" fmla="*/ 740474 w 1225647"/>
              <a:gd name="connsiteY58" fmla="*/ 111595 h 288055"/>
              <a:gd name="connsiteX59" fmla="*/ 822257 w 1225647"/>
              <a:gd name="connsiteY59" fmla="*/ 98951 h 288055"/>
              <a:gd name="connsiteX60" fmla="*/ 836624 w 1225647"/>
              <a:gd name="connsiteY60" fmla="*/ 98951 h 288055"/>
              <a:gd name="connsiteX61" fmla="*/ 836624 w 1225647"/>
              <a:gd name="connsiteY61" fmla="*/ 176461 h 288055"/>
              <a:gd name="connsiteX62" fmla="*/ 876963 w 1225647"/>
              <a:gd name="connsiteY62" fmla="*/ 176461 h 288055"/>
              <a:gd name="connsiteX63" fmla="*/ 876963 w 1225647"/>
              <a:gd name="connsiteY63" fmla="*/ 189104 h 288055"/>
              <a:gd name="connsiteX64" fmla="*/ 822257 w 1225647"/>
              <a:gd name="connsiteY64" fmla="*/ 189104 h 288055"/>
              <a:gd name="connsiteX65" fmla="*/ 822257 w 1225647"/>
              <a:gd name="connsiteY65" fmla="*/ 98951 h 288055"/>
              <a:gd name="connsiteX66" fmla="*/ 969799 w 1225647"/>
              <a:gd name="connsiteY66" fmla="*/ 172613 h 288055"/>
              <a:gd name="connsiteX67" fmla="*/ 932775 w 1225647"/>
              <a:gd name="connsiteY67" fmla="*/ 172613 h 288055"/>
              <a:gd name="connsiteX68" fmla="*/ 925591 w 1225647"/>
              <a:gd name="connsiteY68" fmla="*/ 189654 h 288055"/>
              <a:gd name="connsiteX69" fmla="*/ 911224 w 1225647"/>
              <a:gd name="connsiteY69" fmla="*/ 189654 h 288055"/>
              <a:gd name="connsiteX70" fmla="*/ 951010 w 1225647"/>
              <a:gd name="connsiteY70" fmla="*/ 97852 h 288055"/>
              <a:gd name="connsiteX71" fmla="*/ 951563 w 1225647"/>
              <a:gd name="connsiteY71" fmla="*/ 97852 h 288055"/>
              <a:gd name="connsiteX72" fmla="*/ 991902 w 1225647"/>
              <a:gd name="connsiteY72" fmla="*/ 189654 h 288055"/>
              <a:gd name="connsiteX73" fmla="*/ 976430 w 1225647"/>
              <a:gd name="connsiteY73" fmla="*/ 189654 h 288055"/>
              <a:gd name="connsiteX74" fmla="*/ 969799 w 1225647"/>
              <a:gd name="connsiteY74" fmla="*/ 172613 h 288055"/>
              <a:gd name="connsiteX75" fmla="*/ 938301 w 1225647"/>
              <a:gd name="connsiteY75" fmla="*/ 159969 h 288055"/>
              <a:gd name="connsiteX76" fmla="*/ 964825 w 1225647"/>
              <a:gd name="connsiteY76" fmla="*/ 159969 h 288055"/>
              <a:gd name="connsiteX77" fmla="*/ 951563 w 1225647"/>
              <a:gd name="connsiteY77" fmla="*/ 128636 h 288055"/>
              <a:gd name="connsiteX78" fmla="*/ 938301 w 1225647"/>
              <a:gd name="connsiteY78" fmla="*/ 159969 h 288055"/>
              <a:gd name="connsiteX79" fmla="*/ 1045503 w 1225647"/>
              <a:gd name="connsiteY79" fmla="*/ 129735 h 288055"/>
              <a:gd name="connsiteX80" fmla="*/ 1045503 w 1225647"/>
              <a:gd name="connsiteY80" fmla="*/ 189104 h 288055"/>
              <a:gd name="connsiteX81" fmla="*/ 1032241 w 1225647"/>
              <a:gd name="connsiteY81" fmla="*/ 189104 h 288055"/>
              <a:gd name="connsiteX82" fmla="*/ 1032241 w 1225647"/>
              <a:gd name="connsiteY82" fmla="*/ 97852 h 288055"/>
              <a:gd name="connsiteX83" fmla="*/ 1033346 w 1225647"/>
              <a:gd name="connsiteY83" fmla="*/ 97852 h 288055"/>
              <a:gd name="connsiteX84" fmla="*/ 1091921 w 1225647"/>
              <a:gd name="connsiteY84" fmla="*/ 158320 h 288055"/>
              <a:gd name="connsiteX85" fmla="*/ 1091921 w 1225647"/>
              <a:gd name="connsiteY85" fmla="*/ 98951 h 288055"/>
              <a:gd name="connsiteX86" fmla="*/ 1105183 w 1225647"/>
              <a:gd name="connsiteY86" fmla="*/ 98951 h 288055"/>
              <a:gd name="connsiteX87" fmla="*/ 1105183 w 1225647"/>
              <a:gd name="connsiteY87" fmla="*/ 190204 h 288055"/>
              <a:gd name="connsiteX88" fmla="*/ 1104078 w 1225647"/>
              <a:gd name="connsiteY88" fmla="*/ 190204 h 288055"/>
              <a:gd name="connsiteX89" fmla="*/ 1045503 w 1225647"/>
              <a:gd name="connsiteY89" fmla="*/ 129735 h 288055"/>
              <a:gd name="connsiteX90" fmla="*/ 1151601 w 1225647"/>
              <a:gd name="connsiteY90" fmla="*/ 98951 h 288055"/>
              <a:gd name="connsiteX91" fmla="*/ 1177572 w 1225647"/>
              <a:gd name="connsiteY91" fmla="*/ 98951 h 288055"/>
              <a:gd name="connsiteX92" fmla="*/ 1225648 w 1225647"/>
              <a:gd name="connsiteY92" fmla="*/ 144028 h 288055"/>
              <a:gd name="connsiteX93" fmla="*/ 1177572 w 1225647"/>
              <a:gd name="connsiteY93" fmla="*/ 189104 h 288055"/>
              <a:gd name="connsiteX94" fmla="*/ 1151601 w 1225647"/>
              <a:gd name="connsiteY94" fmla="*/ 189104 h 288055"/>
              <a:gd name="connsiteX95" fmla="*/ 1151601 w 1225647"/>
              <a:gd name="connsiteY95" fmla="*/ 98951 h 288055"/>
              <a:gd name="connsiteX96" fmla="*/ 1176467 w 1225647"/>
              <a:gd name="connsiteY96" fmla="*/ 176461 h 288055"/>
              <a:gd name="connsiteX97" fmla="*/ 1210728 w 1225647"/>
              <a:gd name="connsiteY97" fmla="*/ 144028 h 288055"/>
              <a:gd name="connsiteX98" fmla="*/ 1176467 w 1225647"/>
              <a:gd name="connsiteY98" fmla="*/ 111595 h 288055"/>
              <a:gd name="connsiteX99" fmla="*/ 1165968 w 1225647"/>
              <a:gd name="connsiteY99" fmla="*/ 111595 h 288055"/>
              <a:gd name="connsiteX100" fmla="*/ 1165968 w 1225647"/>
              <a:gd name="connsiteY100" fmla="*/ 176461 h 288055"/>
              <a:gd name="connsiteX101" fmla="*/ 1176467 w 1225647"/>
              <a:gd name="connsiteY101" fmla="*/ 176461 h 2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25647" h="288055">
                <a:moveTo>
                  <a:pt x="290113" y="142928"/>
                </a:moveTo>
                <a:cubicBezTo>
                  <a:pt x="290666" y="222636"/>
                  <a:pt x="226565" y="287502"/>
                  <a:pt x="146440" y="288052"/>
                </a:cubicBezTo>
                <a:cubicBezTo>
                  <a:pt x="66314" y="288602"/>
                  <a:pt x="1109" y="224286"/>
                  <a:pt x="4" y="145127"/>
                </a:cubicBezTo>
                <a:cubicBezTo>
                  <a:pt x="-549" y="65419"/>
                  <a:pt x="64104" y="553"/>
                  <a:pt x="143677" y="4"/>
                </a:cubicBezTo>
                <a:cubicBezTo>
                  <a:pt x="144229" y="4"/>
                  <a:pt x="144229" y="4"/>
                  <a:pt x="144782" y="4"/>
                </a:cubicBezTo>
                <a:cubicBezTo>
                  <a:pt x="224908" y="-546"/>
                  <a:pt x="289561" y="63220"/>
                  <a:pt x="290113" y="142928"/>
                </a:cubicBezTo>
                <a:moveTo>
                  <a:pt x="358634" y="144028"/>
                </a:moveTo>
                <a:cubicBezTo>
                  <a:pt x="358082" y="118741"/>
                  <a:pt x="378528" y="98402"/>
                  <a:pt x="403394" y="97852"/>
                </a:cubicBezTo>
                <a:cubicBezTo>
                  <a:pt x="403947" y="97852"/>
                  <a:pt x="404499" y="97852"/>
                  <a:pt x="405052" y="97852"/>
                </a:cubicBezTo>
                <a:cubicBezTo>
                  <a:pt x="419419" y="97302"/>
                  <a:pt x="433234" y="103899"/>
                  <a:pt x="441523" y="115443"/>
                </a:cubicBezTo>
                <a:lnTo>
                  <a:pt x="430471" y="123139"/>
                </a:lnTo>
                <a:cubicBezTo>
                  <a:pt x="424392" y="114893"/>
                  <a:pt x="414446" y="109946"/>
                  <a:pt x="404499" y="111045"/>
                </a:cubicBezTo>
                <a:cubicBezTo>
                  <a:pt x="386264" y="111045"/>
                  <a:pt x="373002" y="125338"/>
                  <a:pt x="373002" y="144578"/>
                </a:cubicBezTo>
                <a:cubicBezTo>
                  <a:pt x="371896" y="162168"/>
                  <a:pt x="385159" y="177010"/>
                  <a:pt x="402841" y="178110"/>
                </a:cubicBezTo>
                <a:cubicBezTo>
                  <a:pt x="403394" y="178110"/>
                  <a:pt x="404499" y="178110"/>
                  <a:pt x="405052" y="178110"/>
                </a:cubicBezTo>
                <a:cubicBezTo>
                  <a:pt x="416104" y="178660"/>
                  <a:pt x="426050" y="173712"/>
                  <a:pt x="432681" y="164917"/>
                </a:cubicBezTo>
                <a:lnTo>
                  <a:pt x="443733" y="172613"/>
                </a:lnTo>
                <a:cubicBezTo>
                  <a:pt x="427708" y="193502"/>
                  <a:pt x="397868" y="197350"/>
                  <a:pt x="376870" y="181408"/>
                </a:cubicBezTo>
                <a:cubicBezTo>
                  <a:pt x="365818" y="172063"/>
                  <a:pt x="359187" y="158320"/>
                  <a:pt x="358634" y="144028"/>
                </a:cubicBezTo>
                <a:moveTo>
                  <a:pt x="478546" y="144028"/>
                </a:moveTo>
                <a:cubicBezTo>
                  <a:pt x="477994" y="118191"/>
                  <a:pt x="498992" y="96753"/>
                  <a:pt x="524964" y="96203"/>
                </a:cubicBezTo>
                <a:cubicBezTo>
                  <a:pt x="550936" y="95653"/>
                  <a:pt x="572487" y="116542"/>
                  <a:pt x="573039" y="142379"/>
                </a:cubicBezTo>
                <a:cubicBezTo>
                  <a:pt x="573592" y="168215"/>
                  <a:pt x="552593" y="189654"/>
                  <a:pt x="526622" y="190204"/>
                </a:cubicBezTo>
                <a:cubicBezTo>
                  <a:pt x="526622" y="190204"/>
                  <a:pt x="526069" y="190204"/>
                  <a:pt x="526069" y="190204"/>
                </a:cubicBezTo>
                <a:cubicBezTo>
                  <a:pt x="500650" y="190753"/>
                  <a:pt x="479651" y="170964"/>
                  <a:pt x="479099" y="145677"/>
                </a:cubicBezTo>
                <a:cubicBezTo>
                  <a:pt x="478546" y="145127"/>
                  <a:pt x="478546" y="144578"/>
                  <a:pt x="478546" y="144028"/>
                </a:cubicBezTo>
                <a:moveTo>
                  <a:pt x="558119" y="144028"/>
                </a:moveTo>
                <a:cubicBezTo>
                  <a:pt x="558119" y="126437"/>
                  <a:pt x="543752" y="112145"/>
                  <a:pt x="526069" y="112145"/>
                </a:cubicBezTo>
                <a:cubicBezTo>
                  <a:pt x="508386" y="112145"/>
                  <a:pt x="494019" y="126437"/>
                  <a:pt x="494019" y="144028"/>
                </a:cubicBezTo>
                <a:cubicBezTo>
                  <a:pt x="494019" y="144028"/>
                  <a:pt x="494019" y="144028"/>
                  <a:pt x="494019" y="144028"/>
                </a:cubicBezTo>
                <a:cubicBezTo>
                  <a:pt x="494019" y="161619"/>
                  <a:pt x="508386" y="175911"/>
                  <a:pt x="526069" y="175911"/>
                </a:cubicBezTo>
                <a:cubicBezTo>
                  <a:pt x="543199" y="176461"/>
                  <a:pt x="558119" y="161619"/>
                  <a:pt x="558119" y="144028"/>
                </a:cubicBezTo>
                <a:cubicBezTo>
                  <a:pt x="558119" y="144028"/>
                  <a:pt x="558119" y="144028"/>
                  <a:pt x="558119" y="144028"/>
                </a:cubicBezTo>
                <a:moveTo>
                  <a:pt x="629956" y="189104"/>
                </a:moveTo>
                <a:lnTo>
                  <a:pt x="615588" y="189104"/>
                </a:lnTo>
                <a:lnTo>
                  <a:pt x="615588" y="98951"/>
                </a:lnTo>
                <a:lnTo>
                  <a:pt x="644876" y="98951"/>
                </a:lnTo>
                <a:cubicBezTo>
                  <a:pt x="666427" y="98951"/>
                  <a:pt x="678584" y="110495"/>
                  <a:pt x="678584" y="127536"/>
                </a:cubicBezTo>
                <a:cubicBezTo>
                  <a:pt x="679136" y="139080"/>
                  <a:pt x="671953" y="149525"/>
                  <a:pt x="660901" y="153373"/>
                </a:cubicBezTo>
                <a:lnTo>
                  <a:pt x="683004" y="189104"/>
                </a:lnTo>
                <a:lnTo>
                  <a:pt x="667532" y="189104"/>
                </a:lnTo>
                <a:lnTo>
                  <a:pt x="647086" y="155572"/>
                </a:lnTo>
                <a:lnTo>
                  <a:pt x="630508" y="155572"/>
                </a:lnTo>
                <a:lnTo>
                  <a:pt x="629956" y="189104"/>
                </a:lnTo>
                <a:close/>
                <a:moveTo>
                  <a:pt x="644323" y="143478"/>
                </a:moveTo>
                <a:cubicBezTo>
                  <a:pt x="658138" y="143478"/>
                  <a:pt x="663664" y="137981"/>
                  <a:pt x="663664" y="127536"/>
                </a:cubicBezTo>
                <a:cubicBezTo>
                  <a:pt x="663664" y="117092"/>
                  <a:pt x="658138" y="111595"/>
                  <a:pt x="644323" y="111595"/>
                </a:cubicBezTo>
                <a:lnTo>
                  <a:pt x="629956" y="111595"/>
                </a:lnTo>
                <a:lnTo>
                  <a:pt x="629956" y="143478"/>
                </a:lnTo>
                <a:lnTo>
                  <a:pt x="644323" y="143478"/>
                </a:lnTo>
                <a:close/>
                <a:moveTo>
                  <a:pt x="740474" y="111595"/>
                </a:moveTo>
                <a:lnTo>
                  <a:pt x="713397" y="111595"/>
                </a:lnTo>
                <a:lnTo>
                  <a:pt x="713397" y="98951"/>
                </a:lnTo>
                <a:lnTo>
                  <a:pt x="781918" y="98951"/>
                </a:lnTo>
                <a:lnTo>
                  <a:pt x="781918" y="111595"/>
                </a:lnTo>
                <a:lnTo>
                  <a:pt x="754841" y="111595"/>
                </a:lnTo>
                <a:lnTo>
                  <a:pt x="754841" y="189104"/>
                </a:lnTo>
                <a:lnTo>
                  <a:pt x="740474" y="189104"/>
                </a:lnTo>
                <a:lnTo>
                  <a:pt x="740474" y="111595"/>
                </a:lnTo>
                <a:close/>
                <a:moveTo>
                  <a:pt x="822257" y="98951"/>
                </a:moveTo>
                <a:lnTo>
                  <a:pt x="836624" y="98951"/>
                </a:lnTo>
                <a:lnTo>
                  <a:pt x="836624" y="176461"/>
                </a:lnTo>
                <a:lnTo>
                  <a:pt x="876963" y="176461"/>
                </a:lnTo>
                <a:lnTo>
                  <a:pt x="876963" y="189104"/>
                </a:lnTo>
                <a:lnTo>
                  <a:pt x="822257" y="189104"/>
                </a:lnTo>
                <a:lnTo>
                  <a:pt x="822257" y="98951"/>
                </a:lnTo>
                <a:close/>
                <a:moveTo>
                  <a:pt x="969799" y="172613"/>
                </a:moveTo>
                <a:lnTo>
                  <a:pt x="932775" y="172613"/>
                </a:lnTo>
                <a:lnTo>
                  <a:pt x="925591" y="189654"/>
                </a:lnTo>
                <a:lnTo>
                  <a:pt x="911224" y="189654"/>
                </a:lnTo>
                <a:lnTo>
                  <a:pt x="951010" y="97852"/>
                </a:lnTo>
                <a:lnTo>
                  <a:pt x="951563" y="97852"/>
                </a:lnTo>
                <a:lnTo>
                  <a:pt x="991902" y="189654"/>
                </a:lnTo>
                <a:lnTo>
                  <a:pt x="976430" y="189654"/>
                </a:lnTo>
                <a:lnTo>
                  <a:pt x="969799" y="172613"/>
                </a:lnTo>
                <a:close/>
                <a:moveTo>
                  <a:pt x="938301" y="159969"/>
                </a:moveTo>
                <a:lnTo>
                  <a:pt x="964825" y="159969"/>
                </a:lnTo>
                <a:lnTo>
                  <a:pt x="951563" y="128636"/>
                </a:lnTo>
                <a:lnTo>
                  <a:pt x="938301" y="159969"/>
                </a:lnTo>
                <a:close/>
                <a:moveTo>
                  <a:pt x="1045503" y="129735"/>
                </a:moveTo>
                <a:lnTo>
                  <a:pt x="1045503" y="189104"/>
                </a:lnTo>
                <a:lnTo>
                  <a:pt x="1032241" y="189104"/>
                </a:lnTo>
                <a:lnTo>
                  <a:pt x="1032241" y="97852"/>
                </a:lnTo>
                <a:lnTo>
                  <a:pt x="1033346" y="97852"/>
                </a:lnTo>
                <a:lnTo>
                  <a:pt x="1091921" y="158320"/>
                </a:lnTo>
                <a:lnTo>
                  <a:pt x="1091921" y="98951"/>
                </a:lnTo>
                <a:lnTo>
                  <a:pt x="1105183" y="98951"/>
                </a:lnTo>
                <a:lnTo>
                  <a:pt x="1105183" y="190204"/>
                </a:lnTo>
                <a:lnTo>
                  <a:pt x="1104078" y="190204"/>
                </a:lnTo>
                <a:lnTo>
                  <a:pt x="1045503" y="129735"/>
                </a:lnTo>
                <a:close/>
                <a:moveTo>
                  <a:pt x="1151601" y="98951"/>
                </a:moveTo>
                <a:lnTo>
                  <a:pt x="1177572" y="98951"/>
                </a:lnTo>
                <a:cubicBezTo>
                  <a:pt x="1207412" y="98951"/>
                  <a:pt x="1225648" y="117642"/>
                  <a:pt x="1225648" y="144028"/>
                </a:cubicBezTo>
                <a:cubicBezTo>
                  <a:pt x="1225648" y="170414"/>
                  <a:pt x="1207412" y="189104"/>
                  <a:pt x="1177572" y="189104"/>
                </a:cubicBezTo>
                <a:lnTo>
                  <a:pt x="1151601" y="189104"/>
                </a:lnTo>
                <a:lnTo>
                  <a:pt x="1151601" y="98951"/>
                </a:lnTo>
                <a:close/>
                <a:moveTo>
                  <a:pt x="1176467" y="176461"/>
                </a:moveTo>
                <a:cubicBezTo>
                  <a:pt x="1200228" y="176461"/>
                  <a:pt x="1210728" y="163268"/>
                  <a:pt x="1210728" y="144028"/>
                </a:cubicBezTo>
                <a:cubicBezTo>
                  <a:pt x="1210728" y="124788"/>
                  <a:pt x="1200228" y="111595"/>
                  <a:pt x="1176467" y="111595"/>
                </a:cubicBezTo>
                <a:lnTo>
                  <a:pt x="1165968" y="111595"/>
                </a:lnTo>
                <a:lnTo>
                  <a:pt x="1165968" y="176461"/>
                </a:lnTo>
                <a:lnTo>
                  <a:pt x="1176467" y="176461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B94597-AC53-4682-A89D-829C94EBB7EF}"/>
              </a:ext>
            </a:extLst>
          </p:cNvPr>
          <p:cNvSpPr>
            <a:spLocks/>
          </p:cNvSpPr>
          <p:nvPr userDrawn="1"/>
        </p:nvSpPr>
        <p:spPr>
          <a:xfrm>
            <a:off x="10025063" y="6381751"/>
            <a:ext cx="369093" cy="370424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936F8EE-6B91-4D59-BF1B-A47A569F59DB}"/>
              </a:ext>
            </a:extLst>
          </p:cNvPr>
          <p:cNvSpPr/>
          <p:nvPr userDrawn="1"/>
        </p:nvSpPr>
        <p:spPr>
          <a:xfrm>
            <a:off x="10059820" y="6414693"/>
            <a:ext cx="307338" cy="300142"/>
          </a:xfrm>
          <a:custGeom>
            <a:avLst/>
            <a:gdLst>
              <a:gd name="connsiteX0" fmla="*/ 142100 w 307338"/>
              <a:gd name="connsiteY0" fmla="*/ 249019 h 300142"/>
              <a:gd name="connsiteX1" fmla="*/ 54791 w 307338"/>
              <a:gd name="connsiteY1" fmla="*/ 137977 h 300142"/>
              <a:gd name="connsiteX2" fmla="*/ 142100 w 307338"/>
              <a:gd name="connsiteY2" fmla="*/ 51123 h 300142"/>
              <a:gd name="connsiteX3" fmla="*/ 142100 w 307338"/>
              <a:gd name="connsiteY3" fmla="*/ 69813 h 300142"/>
              <a:gd name="connsiteX4" fmla="*/ 73579 w 307338"/>
              <a:gd name="connsiteY4" fmla="*/ 162714 h 300142"/>
              <a:gd name="connsiteX5" fmla="*/ 142100 w 307338"/>
              <a:gd name="connsiteY5" fmla="*/ 230879 h 300142"/>
              <a:gd name="connsiteX6" fmla="*/ 142100 w 307338"/>
              <a:gd name="connsiteY6" fmla="*/ 249019 h 300142"/>
              <a:gd name="connsiteX7" fmla="*/ 155362 w 307338"/>
              <a:gd name="connsiteY7" fmla="*/ 18140 h 300142"/>
              <a:gd name="connsiteX8" fmla="*/ 149284 w 307338"/>
              <a:gd name="connsiteY8" fmla="*/ 18140 h 300142"/>
              <a:gd name="connsiteX9" fmla="*/ 23846 w 307338"/>
              <a:gd name="connsiteY9" fmla="*/ 156668 h 300142"/>
              <a:gd name="connsiteX10" fmla="*/ 147074 w 307338"/>
              <a:gd name="connsiteY10" fmla="*/ 281452 h 300142"/>
              <a:gd name="connsiteX11" fmla="*/ 155362 w 307338"/>
              <a:gd name="connsiteY11" fmla="*/ 281452 h 300142"/>
              <a:gd name="connsiteX12" fmla="*/ 167519 w 307338"/>
              <a:gd name="connsiteY12" fmla="*/ 280902 h 300142"/>
              <a:gd name="connsiteX13" fmla="*/ 169730 w 307338"/>
              <a:gd name="connsiteY13" fmla="*/ 280902 h 300142"/>
              <a:gd name="connsiteX14" fmla="*/ 169730 w 307338"/>
              <a:gd name="connsiteY14" fmla="*/ 230329 h 300142"/>
              <a:gd name="connsiteX15" fmla="*/ 174703 w 307338"/>
              <a:gd name="connsiteY15" fmla="*/ 229229 h 300142"/>
              <a:gd name="connsiteX16" fmla="*/ 179124 w 307338"/>
              <a:gd name="connsiteY16" fmla="*/ 228130 h 300142"/>
              <a:gd name="connsiteX17" fmla="*/ 235488 w 307338"/>
              <a:gd name="connsiteY17" fmla="*/ 127533 h 300142"/>
              <a:gd name="connsiteX18" fmla="*/ 169730 w 307338"/>
              <a:gd name="connsiteY18" fmla="*/ 69264 h 300142"/>
              <a:gd name="connsiteX19" fmla="*/ 169730 w 307338"/>
              <a:gd name="connsiteY19" fmla="*/ 51123 h 300142"/>
              <a:gd name="connsiteX20" fmla="*/ 256486 w 307338"/>
              <a:gd name="connsiteY20" fmla="*/ 163264 h 300142"/>
              <a:gd name="connsiteX21" fmla="*/ 190728 w 307338"/>
              <a:gd name="connsiteY21" fmla="*/ 244621 h 300142"/>
              <a:gd name="connsiteX22" fmla="*/ 189070 w 307338"/>
              <a:gd name="connsiteY22" fmla="*/ 245171 h 300142"/>
              <a:gd name="connsiteX23" fmla="*/ 189070 w 307338"/>
              <a:gd name="connsiteY23" fmla="*/ 278154 h 300142"/>
              <a:gd name="connsiteX24" fmla="*/ 190176 w 307338"/>
              <a:gd name="connsiteY24" fmla="*/ 278154 h 300142"/>
              <a:gd name="connsiteX25" fmla="*/ 191281 w 307338"/>
              <a:gd name="connsiteY25" fmla="*/ 277604 h 300142"/>
              <a:gd name="connsiteX26" fmla="*/ 283563 w 307338"/>
              <a:gd name="connsiteY26" fmla="*/ 114890 h 300142"/>
              <a:gd name="connsiteX27" fmla="*/ 160336 w 307338"/>
              <a:gd name="connsiteY27" fmla="*/ 18140 h 300142"/>
              <a:gd name="connsiteX28" fmla="*/ 155362 w 307338"/>
              <a:gd name="connsiteY28" fmla="*/ 18140 h 300142"/>
              <a:gd name="connsiteX29" fmla="*/ 155362 w 307338"/>
              <a:gd name="connsiteY29" fmla="*/ 300142 h 300142"/>
              <a:gd name="connsiteX30" fmla="*/ 145416 w 307338"/>
              <a:gd name="connsiteY30" fmla="*/ 299592 h 300142"/>
              <a:gd name="connsiteX31" fmla="*/ 85 w 307338"/>
              <a:gd name="connsiteY31" fmla="*/ 144574 h 300142"/>
              <a:gd name="connsiteX32" fmla="*/ 148731 w 307338"/>
              <a:gd name="connsiteY32" fmla="*/ 0 h 300142"/>
              <a:gd name="connsiteX33" fmla="*/ 155362 w 307338"/>
              <a:gd name="connsiteY33" fmla="*/ 0 h 300142"/>
              <a:gd name="connsiteX34" fmla="*/ 160888 w 307338"/>
              <a:gd name="connsiteY34" fmla="*/ 0 h 300142"/>
              <a:gd name="connsiteX35" fmla="*/ 264775 w 307338"/>
              <a:gd name="connsiteY35" fmla="*/ 45626 h 300142"/>
              <a:gd name="connsiteX36" fmla="*/ 307325 w 307338"/>
              <a:gd name="connsiteY36" fmla="*/ 150071 h 300142"/>
              <a:gd name="connsiteX37" fmla="*/ 173598 w 307338"/>
              <a:gd name="connsiteY37" fmla="*/ 299043 h 300142"/>
              <a:gd name="connsiteX38" fmla="*/ 155362 w 307338"/>
              <a:gd name="connsiteY38" fmla="*/ 300142 h 300142"/>
              <a:gd name="connsiteX39" fmla="*/ 155362 w 307338"/>
              <a:gd name="connsiteY39" fmla="*/ 300142 h 30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7338" h="300142">
                <a:moveTo>
                  <a:pt x="142100" y="249019"/>
                </a:moveTo>
                <a:cubicBezTo>
                  <a:pt x="86841" y="242423"/>
                  <a:pt x="48160" y="192399"/>
                  <a:pt x="54791" y="137977"/>
                </a:cubicBezTo>
                <a:cubicBezTo>
                  <a:pt x="60317" y="92351"/>
                  <a:pt x="96235" y="56620"/>
                  <a:pt x="142100" y="51123"/>
                </a:cubicBezTo>
                <a:lnTo>
                  <a:pt x="142100" y="69813"/>
                </a:lnTo>
                <a:cubicBezTo>
                  <a:pt x="97340" y="76960"/>
                  <a:pt x="66395" y="118188"/>
                  <a:pt x="73579" y="162714"/>
                </a:cubicBezTo>
                <a:cubicBezTo>
                  <a:pt x="79105" y="197896"/>
                  <a:pt x="106734" y="225381"/>
                  <a:pt x="142100" y="230879"/>
                </a:cubicBezTo>
                <a:lnTo>
                  <a:pt x="142100" y="249019"/>
                </a:lnTo>
                <a:close/>
                <a:moveTo>
                  <a:pt x="155362" y="18140"/>
                </a:moveTo>
                <a:cubicBezTo>
                  <a:pt x="153152" y="18140"/>
                  <a:pt x="151494" y="18140"/>
                  <a:pt x="149284" y="18140"/>
                </a:cubicBezTo>
                <a:cubicBezTo>
                  <a:pt x="76342" y="21988"/>
                  <a:pt x="19978" y="84106"/>
                  <a:pt x="23846" y="156668"/>
                </a:cubicBezTo>
                <a:cubicBezTo>
                  <a:pt x="27162" y="223183"/>
                  <a:pt x="80210" y="277054"/>
                  <a:pt x="147074" y="281452"/>
                </a:cubicBezTo>
                <a:lnTo>
                  <a:pt x="155362" y="281452"/>
                </a:lnTo>
                <a:cubicBezTo>
                  <a:pt x="159231" y="281452"/>
                  <a:pt x="163651" y="281452"/>
                  <a:pt x="167519" y="280902"/>
                </a:cubicBezTo>
                <a:lnTo>
                  <a:pt x="169730" y="280902"/>
                </a:lnTo>
                <a:lnTo>
                  <a:pt x="169730" y="230329"/>
                </a:lnTo>
                <a:cubicBezTo>
                  <a:pt x="169730" y="230329"/>
                  <a:pt x="172493" y="229779"/>
                  <a:pt x="174703" y="229229"/>
                </a:cubicBezTo>
                <a:lnTo>
                  <a:pt x="179124" y="228130"/>
                </a:lnTo>
                <a:cubicBezTo>
                  <a:pt x="222778" y="216036"/>
                  <a:pt x="247645" y="170410"/>
                  <a:pt x="235488" y="127533"/>
                </a:cubicBezTo>
                <a:cubicBezTo>
                  <a:pt x="226646" y="97299"/>
                  <a:pt x="201227" y="74211"/>
                  <a:pt x="169730" y="69264"/>
                </a:cubicBezTo>
                <a:lnTo>
                  <a:pt x="169730" y="51123"/>
                </a:lnTo>
                <a:cubicBezTo>
                  <a:pt x="224436" y="58269"/>
                  <a:pt x="263670" y="108293"/>
                  <a:pt x="256486" y="163264"/>
                </a:cubicBezTo>
                <a:cubicBezTo>
                  <a:pt x="251513" y="200644"/>
                  <a:pt x="226094" y="231978"/>
                  <a:pt x="190728" y="244621"/>
                </a:cubicBezTo>
                <a:lnTo>
                  <a:pt x="189070" y="245171"/>
                </a:lnTo>
                <a:lnTo>
                  <a:pt x="189070" y="278154"/>
                </a:lnTo>
                <a:lnTo>
                  <a:pt x="190176" y="278154"/>
                </a:lnTo>
                <a:lnTo>
                  <a:pt x="191281" y="277604"/>
                </a:lnTo>
                <a:cubicBezTo>
                  <a:pt x="262012" y="257814"/>
                  <a:pt x="302904" y="185253"/>
                  <a:pt x="283563" y="114890"/>
                </a:cubicBezTo>
                <a:cubicBezTo>
                  <a:pt x="267538" y="59369"/>
                  <a:pt x="217805" y="20339"/>
                  <a:pt x="160336" y="18140"/>
                </a:cubicBezTo>
                <a:lnTo>
                  <a:pt x="155362" y="18140"/>
                </a:lnTo>
                <a:close/>
                <a:moveTo>
                  <a:pt x="155362" y="300142"/>
                </a:moveTo>
                <a:cubicBezTo>
                  <a:pt x="152047" y="300142"/>
                  <a:pt x="148731" y="300142"/>
                  <a:pt x="145416" y="299592"/>
                </a:cubicBezTo>
                <a:cubicBezTo>
                  <a:pt x="62527" y="297394"/>
                  <a:pt x="-2678" y="227580"/>
                  <a:pt x="85" y="144574"/>
                </a:cubicBezTo>
                <a:cubicBezTo>
                  <a:pt x="2848" y="64866"/>
                  <a:pt x="68053" y="1099"/>
                  <a:pt x="148731" y="0"/>
                </a:cubicBezTo>
                <a:lnTo>
                  <a:pt x="155362" y="0"/>
                </a:lnTo>
                <a:lnTo>
                  <a:pt x="160888" y="0"/>
                </a:lnTo>
                <a:cubicBezTo>
                  <a:pt x="200122" y="1099"/>
                  <a:pt x="237698" y="17591"/>
                  <a:pt x="264775" y="45626"/>
                </a:cubicBezTo>
                <a:cubicBezTo>
                  <a:pt x="292405" y="73661"/>
                  <a:pt x="307877" y="111042"/>
                  <a:pt x="307325" y="150071"/>
                </a:cubicBezTo>
                <a:cubicBezTo>
                  <a:pt x="306772" y="226481"/>
                  <a:pt x="249303" y="290247"/>
                  <a:pt x="173598" y="299043"/>
                </a:cubicBezTo>
                <a:cubicBezTo>
                  <a:pt x="167519" y="300142"/>
                  <a:pt x="161441" y="300142"/>
                  <a:pt x="155362" y="300142"/>
                </a:cubicBezTo>
                <a:lnTo>
                  <a:pt x="155362" y="300142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949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937BF69-DBBB-44FA-AA65-8999BD8B4E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12859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937BF69-DBBB-44FA-AA65-8999BD8B4E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440E0BC-D285-4CB0-BC8F-8E2C57BF2A2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3B3DD8D-A9F2-4302-B16B-426CDC23357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prstGeom prst="rect">
            <a:avLst/>
          </a:prstGeom>
        </p:spPr>
      </p:pic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181A0AFF-5DF9-42EB-A08D-DDACAC8596AF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9171AD0D-6965-4572-AAB1-A977A946F260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D9037E57-79DD-4609-BA51-22822E8E9397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11082528" cy="384721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2C3E25D5-81CC-45C3-B80F-9C3C3A57557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B281A9C-ED5B-43E3-A439-85CFC5ADADE4}"/>
              </a:ext>
            </a:extLst>
          </p:cNvPr>
          <p:cNvSpPr>
            <a:spLocks/>
          </p:cNvSpPr>
          <p:nvPr userDrawn="1"/>
        </p:nvSpPr>
        <p:spPr>
          <a:xfrm>
            <a:off x="10069848" y="6422935"/>
            <a:ext cx="1225647" cy="288055"/>
          </a:xfrm>
          <a:custGeom>
            <a:avLst/>
            <a:gdLst>
              <a:gd name="connsiteX0" fmla="*/ 290113 w 1225647"/>
              <a:gd name="connsiteY0" fmla="*/ 142928 h 288055"/>
              <a:gd name="connsiteX1" fmla="*/ 146440 w 1225647"/>
              <a:gd name="connsiteY1" fmla="*/ 288052 h 288055"/>
              <a:gd name="connsiteX2" fmla="*/ 4 w 1225647"/>
              <a:gd name="connsiteY2" fmla="*/ 145127 h 288055"/>
              <a:gd name="connsiteX3" fmla="*/ 143677 w 1225647"/>
              <a:gd name="connsiteY3" fmla="*/ 4 h 288055"/>
              <a:gd name="connsiteX4" fmla="*/ 144782 w 1225647"/>
              <a:gd name="connsiteY4" fmla="*/ 4 h 288055"/>
              <a:gd name="connsiteX5" fmla="*/ 290113 w 1225647"/>
              <a:gd name="connsiteY5" fmla="*/ 142928 h 288055"/>
              <a:gd name="connsiteX6" fmla="*/ 358634 w 1225647"/>
              <a:gd name="connsiteY6" fmla="*/ 144028 h 288055"/>
              <a:gd name="connsiteX7" fmla="*/ 403394 w 1225647"/>
              <a:gd name="connsiteY7" fmla="*/ 97852 h 288055"/>
              <a:gd name="connsiteX8" fmla="*/ 405052 w 1225647"/>
              <a:gd name="connsiteY8" fmla="*/ 97852 h 288055"/>
              <a:gd name="connsiteX9" fmla="*/ 441523 w 1225647"/>
              <a:gd name="connsiteY9" fmla="*/ 115443 h 288055"/>
              <a:gd name="connsiteX10" fmla="*/ 430471 w 1225647"/>
              <a:gd name="connsiteY10" fmla="*/ 123139 h 288055"/>
              <a:gd name="connsiteX11" fmla="*/ 404499 w 1225647"/>
              <a:gd name="connsiteY11" fmla="*/ 111045 h 288055"/>
              <a:gd name="connsiteX12" fmla="*/ 373002 w 1225647"/>
              <a:gd name="connsiteY12" fmla="*/ 144578 h 288055"/>
              <a:gd name="connsiteX13" fmla="*/ 402841 w 1225647"/>
              <a:gd name="connsiteY13" fmla="*/ 178110 h 288055"/>
              <a:gd name="connsiteX14" fmla="*/ 405052 w 1225647"/>
              <a:gd name="connsiteY14" fmla="*/ 178110 h 288055"/>
              <a:gd name="connsiteX15" fmla="*/ 432681 w 1225647"/>
              <a:gd name="connsiteY15" fmla="*/ 164917 h 288055"/>
              <a:gd name="connsiteX16" fmla="*/ 443733 w 1225647"/>
              <a:gd name="connsiteY16" fmla="*/ 172613 h 288055"/>
              <a:gd name="connsiteX17" fmla="*/ 376870 w 1225647"/>
              <a:gd name="connsiteY17" fmla="*/ 181408 h 288055"/>
              <a:gd name="connsiteX18" fmla="*/ 358634 w 1225647"/>
              <a:gd name="connsiteY18" fmla="*/ 144028 h 288055"/>
              <a:gd name="connsiteX19" fmla="*/ 478546 w 1225647"/>
              <a:gd name="connsiteY19" fmla="*/ 144028 h 288055"/>
              <a:gd name="connsiteX20" fmla="*/ 524964 w 1225647"/>
              <a:gd name="connsiteY20" fmla="*/ 96203 h 288055"/>
              <a:gd name="connsiteX21" fmla="*/ 573039 w 1225647"/>
              <a:gd name="connsiteY21" fmla="*/ 142379 h 288055"/>
              <a:gd name="connsiteX22" fmla="*/ 526622 w 1225647"/>
              <a:gd name="connsiteY22" fmla="*/ 190204 h 288055"/>
              <a:gd name="connsiteX23" fmla="*/ 526069 w 1225647"/>
              <a:gd name="connsiteY23" fmla="*/ 190204 h 288055"/>
              <a:gd name="connsiteX24" fmla="*/ 479099 w 1225647"/>
              <a:gd name="connsiteY24" fmla="*/ 145677 h 288055"/>
              <a:gd name="connsiteX25" fmla="*/ 478546 w 1225647"/>
              <a:gd name="connsiteY25" fmla="*/ 144028 h 288055"/>
              <a:gd name="connsiteX26" fmla="*/ 558119 w 1225647"/>
              <a:gd name="connsiteY26" fmla="*/ 144028 h 288055"/>
              <a:gd name="connsiteX27" fmla="*/ 526069 w 1225647"/>
              <a:gd name="connsiteY27" fmla="*/ 112145 h 288055"/>
              <a:gd name="connsiteX28" fmla="*/ 494019 w 1225647"/>
              <a:gd name="connsiteY28" fmla="*/ 144028 h 288055"/>
              <a:gd name="connsiteX29" fmla="*/ 494019 w 1225647"/>
              <a:gd name="connsiteY29" fmla="*/ 144028 h 288055"/>
              <a:gd name="connsiteX30" fmla="*/ 526069 w 1225647"/>
              <a:gd name="connsiteY30" fmla="*/ 175911 h 288055"/>
              <a:gd name="connsiteX31" fmla="*/ 558119 w 1225647"/>
              <a:gd name="connsiteY31" fmla="*/ 144028 h 288055"/>
              <a:gd name="connsiteX32" fmla="*/ 558119 w 1225647"/>
              <a:gd name="connsiteY32" fmla="*/ 144028 h 288055"/>
              <a:gd name="connsiteX33" fmla="*/ 629956 w 1225647"/>
              <a:gd name="connsiteY33" fmla="*/ 189104 h 288055"/>
              <a:gd name="connsiteX34" fmla="*/ 615588 w 1225647"/>
              <a:gd name="connsiteY34" fmla="*/ 189104 h 288055"/>
              <a:gd name="connsiteX35" fmla="*/ 615588 w 1225647"/>
              <a:gd name="connsiteY35" fmla="*/ 98951 h 288055"/>
              <a:gd name="connsiteX36" fmla="*/ 644876 w 1225647"/>
              <a:gd name="connsiteY36" fmla="*/ 98951 h 288055"/>
              <a:gd name="connsiteX37" fmla="*/ 678584 w 1225647"/>
              <a:gd name="connsiteY37" fmla="*/ 127536 h 288055"/>
              <a:gd name="connsiteX38" fmla="*/ 660901 w 1225647"/>
              <a:gd name="connsiteY38" fmla="*/ 153373 h 288055"/>
              <a:gd name="connsiteX39" fmla="*/ 683004 w 1225647"/>
              <a:gd name="connsiteY39" fmla="*/ 189104 h 288055"/>
              <a:gd name="connsiteX40" fmla="*/ 667532 w 1225647"/>
              <a:gd name="connsiteY40" fmla="*/ 189104 h 288055"/>
              <a:gd name="connsiteX41" fmla="*/ 647086 w 1225647"/>
              <a:gd name="connsiteY41" fmla="*/ 155572 h 288055"/>
              <a:gd name="connsiteX42" fmla="*/ 630508 w 1225647"/>
              <a:gd name="connsiteY42" fmla="*/ 155572 h 288055"/>
              <a:gd name="connsiteX43" fmla="*/ 629956 w 1225647"/>
              <a:gd name="connsiteY43" fmla="*/ 189104 h 288055"/>
              <a:gd name="connsiteX44" fmla="*/ 644323 w 1225647"/>
              <a:gd name="connsiteY44" fmla="*/ 143478 h 288055"/>
              <a:gd name="connsiteX45" fmla="*/ 663664 w 1225647"/>
              <a:gd name="connsiteY45" fmla="*/ 127536 h 288055"/>
              <a:gd name="connsiteX46" fmla="*/ 644323 w 1225647"/>
              <a:gd name="connsiteY46" fmla="*/ 111595 h 288055"/>
              <a:gd name="connsiteX47" fmla="*/ 629956 w 1225647"/>
              <a:gd name="connsiteY47" fmla="*/ 111595 h 288055"/>
              <a:gd name="connsiteX48" fmla="*/ 629956 w 1225647"/>
              <a:gd name="connsiteY48" fmla="*/ 143478 h 288055"/>
              <a:gd name="connsiteX49" fmla="*/ 644323 w 1225647"/>
              <a:gd name="connsiteY49" fmla="*/ 143478 h 288055"/>
              <a:gd name="connsiteX50" fmla="*/ 740474 w 1225647"/>
              <a:gd name="connsiteY50" fmla="*/ 111595 h 288055"/>
              <a:gd name="connsiteX51" fmla="*/ 713397 w 1225647"/>
              <a:gd name="connsiteY51" fmla="*/ 111595 h 288055"/>
              <a:gd name="connsiteX52" fmla="*/ 713397 w 1225647"/>
              <a:gd name="connsiteY52" fmla="*/ 98951 h 288055"/>
              <a:gd name="connsiteX53" fmla="*/ 781918 w 1225647"/>
              <a:gd name="connsiteY53" fmla="*/ 98951 h 288055"/>
              <a:gd name="connsiteX54" fmla="*/ 781918 w 1225647"/>
              <a:gd name="connsiteY54" fmla="*/ 111595 h 288055"/>
              <a:gd name="connsiteX55" fmla="*/ 754841 w 1225647"/>
              <a:gd name="connsiteY55" fmla="*/ 111595 h 288055"/>
              <a:gd name="connsiteX56" fmla="*/ 754841 w 1225647"/>
              <a:gd name="connsiteY56" fmla="*/ 189104 h 288055"/>
              <a:gd name="connsiteX57" fmla="*/ 740474 w 1225647"/>
              <a:gd name="connsiteY57" fmla="*/ 189104 h 288055"/>
              <a:gd name="connsiteX58" fmla="*/ 740474 w 1225647"/>
              <a:gd name="connsiteY58" fmla="*/ 111595 h 288055"/>
              <a:gd name="connsiteX59" fmla="*/ 822257 w 1225647"/>
              <a:gd name="connsiteY59" fmla="*/ 98951 h 288055"/>
              <a:gd name="connsiteX60" fmla="*/ 836624 w 1225647"/>
              <a:gd name="connsiteY60" fmla="*/ 98951 h 288055"/>
              <a:gd name="connsiteX61" fmla="*/ 836624 w 1225647"/>
              <a:gd name="connsiteY61" fmla="*/ 176461 h 288055"/>
              <a:gd name="connsiteX62" fmla="*/ 876963 w 1225647"/>
              <a:gd name="connsiteY62" fmla="*/ 176461 h 288055"/>
              <a:gd name="connsiteX63" fmla="*/ 876963 w 1225647"/>
              <a:gd name="connsiteY63" fmla="*/ 189104 h 288055"/>
              <a:gd name="connsiteX64" fmla="*/ 822257 w 1225647"/>
              <a:gd name="connsiteY64" fmla="*/ 189104 h 288055"/>
              <a:gd name="connsiteX65" fmla="*/ 822257 w 1225647"/>
              <a:gd name="connsiteY65" fmla="*/ 98951 h 288055"/>
              <a:gd name="connsiteX66" fmla="*/ 969799 w 1225647"/>
              <a:gd name="connsiteY66" fmla="*/ 172613 h 288055"/>
              <a:gd name="connsiteX67" fmla="*/ 932775 w 1225647"/>
              <a:gd name="connsiteY67" fmla="*/ 172613 h 288055"/>
              <a:gd name="connsiteX68" fmla="*/ 925591 w 1225647"/>
              <a:gd name="connsiteY68" fmla="*/ 189654 h 288055"/>
              <a:gd name="connsiteX69" fmla="*/ 911224 w 1225647"/>
              <a:gd name="connsiteY69" fmla="*/ 189654 h 288055"/>
              <a:gd name="connsiteX70" fmla="*/ 951010 w 1225647"/>
              <a:gd name="connsiteY70" fmla="*/ 97852 h 288055"/>
              <a:gd name="connsiteX71" fmla="*/ 951563 w 1225647"/>
              <a:gd name="connsiteY71" fmla="*/ 97852 h 288055"/>
              <a:gd name="connsiteX72" fmla="*/ 991902 w 1225647"/>
              <a:gd name="connsiteY72" fmla="*/ 189654 h 288055"/>
              <a:gd name="connsiteX73" fmla="*/ 976430 w 1225647"/>
              <a:gd name="connsiteY73" fmla="*/ 189654 h 288055"/>
              <a:gd name="connsiteX74" fmla="*/ 969799 w 1225647"/>
              <a:gd name="connsiteY74" fmla="*/ 172613 h 288055"/>
              <a:gd name="connsiteX75" fmla="*/ 938301 w 1225647"/>
              <a:gd name="connsiteY75" fmla="*/ 159969 h 288055"/>
              <a:gd name="connsiteX76" fmla="*/ 964825 w 1225647"/>
              <a:gd name="connsiteY76" fmla="*/ 159969 h 288055"/>
              <a:gd name="connsiteX77" fmla="*/ 951563 w 1225647"/>
              <a:gd name="connsiteY77" fmla="*/ 128636 h 288055"/>
              <a:gd name="connsiteX78" fmla="*/ 938301 w 1225647"/>
              <a:gd name="connsiteY78" fmla="*/ 159969 h 288055"/>
              <a:gd name="connsiteX79" fmla="*/ 1045503 w 1225647"/>
              <a:gd name="connsiteY79" fmla="*/ 129735 h 288055"/>
              <a:gd name="connsiteX80" fmla="*/ 1045503 w 1225647"/>
              <a:gd name="connsiteY80" fmla="*/ 189104 h 288055"/>
              <a:gd name="connsiteX81" fmla="*/ 1032241 w 1225647"/>
              <a:gd name="connsiteY81" fmla="*/ 189104 h 288055"/>
              <a:gd name="connsiteX82" fmla="*/ 1032241 w 1225647"/>
              <a:gd name="connsiteY82" fmla="*/ 97852 h 288055"/>
              <a:gd name="connsiteX83" fmla="*/ 1033346 w 1225647"/>
              <a:gd name="connsiteY83" fmla="*/ 97852 h 288055"/>
              <a:gd name="connsiteX84" fmla="*/ 1091921 w 1225647"/>
              <a:gd name="connsiteY84" fmla="*/ 158320 h 288055"/>
              <a:gd name="connsiteX85" fmla="*/ 1091921 w 1225647"/>
              <a:gd name="connsiteY85" fmla="*/ 98951 h 288055"/>
              <a:gd name="connsiteX86" fmla="*/ 1105183 w 1225647"/>
              <a:gd name="connsiteY86" fmla="*/ 98951 h 288055"/>
              <a:gd name="connsiteX87" fmla="*/ 1105183 w 1225647"/>
              <a:gd name="connsiteY87" fmla="*/ 190204 h 288055"/>
              <a:gd name="connsiteX88" fmla="*/ 1104078 w 1225647"/>
              <a:gd name="connsiteY88" fmla="*/ 190204 h 288055"/>
              <a:gd name="connsiteX89" fmla="*/ 1045503 w 1225647"/>
              <a:gd name="connsiteY89" fmla="*/ 129735 h 288055"/>
              <a:gd name="connsiteX90" fmla="*/ 1151601 w 1225647"/>
              <a:gd name="connsiteY90" fmla="*/ 98951 h 288055"/>
              <a:gd name="connsiteX91" fmla="*/ 1177572 w 1225647"/>
              <a:gd name="connsiteY91" fmla="*/ 98951 h 288055"/>
              <a:gd name="connsiteX92" fmla="*/ 1225648 w 1225647"/>
              <a:gd name="connsiteY92" fmla="*/ 144028 h 288055"/>
              <a:gd name="connsiteX93" fmla="*/ 1177572 w 1225647"/>
              <a:gd name="connsiteY93" fmla="*/ 189104 h 288055"/>
              <a:gd name="connsiteX94" fmla="*/ 1151601 w 1225647"/>
              <a:gd name="connsiteY94" fmla="*/ 189104 h 288055"/>
              <a:gd name="connsiteX95" fmla="*/ 1151601 w 1225647"/>
              <a:gd name="connsiteY95" fmla="*/ 98951 h 288055"/>
              <a:gd name="connsiteX96" fmla="*/ 1176467 w 1225647"/>
              <a:gd name="connsiteY96" fmla="*/ 176461 h 288055"/>
              <a:gd name="connsiteX97" fmla="*/ 1210728 w 1225647"/>
              <a:gd name="connsiteY97" fmla="*/ 144028 h 288055"/>
              <a:gd name="connsiteX98" fmla="*/ 1176467 w 1225647"/>
              <a:gd name="connsiteY98" fmla="*/ 111595 h 288055"/>
              <a:gd name="connsiteX99" fmla="*/ 1165968 w 1225647"/>
              <a:gd name="connsiteY99" fmla="*/ 111595 h 288055"/>
              <a:gd name="connsiteX100" fmla="*/ 1165968 w 1225647"/>
              <a:gd name="connsiteY100" fmla="*/ 176461 h 288055"/>
              <a:gd name="connsiteX101" fmla="*/ 1176467 w 1225647"/>
              <a:gd name="connsiteY101" fmla="*/ 176461 h 2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25647" h="288055">
                <a:moveTo>
                  <a:pt x="290113" y="142928"/>
                </a:moveTo>
                <a:cubicBezTo>
                  <a:pt x="290666" y="222636"/>
                  <a:pt x="226565" y="287502"/>
                  <a:pt x="146440" y="288052"/>
                </a:cubicBezTo>
                <a:cubicBezTo>
                  <a:pt x="66314" y="288602"/>
                  <a:pt x="1109" y="224286"/>
                  <a:pt x="4" y="145127"/>
                </a:cubicBezTo>
                <a:cubicBezTo>
                  <a:pt x="-549" y="65419"/>
                  <a:pt x="64104" y="553"/>
                  <a:pt x="143677" y="4"/>
                </a:cubicBezTo>
                <a:cubicBezTo>
                  <a:pt x="144229" y="4"/>
                  <a:pt x="144229" y="4"/>
                  <a:pt x="144782" y="4"/>
                </a:cubicBezTo>
                <a:cubicBezTo>
                  <a:pt x="224908" y="-546"/>
                  <a:pt x="289561" y="63220"/>
                  <a:pt x="290113" y="142928"/>
                </a:cubicBezTo>
                <a:moveTo>
                  <a:pt x="358634" y="144028"/>
                </a:moveTo>
                <a:cubicBezTo>
                  <a:pt x="358082" y="118741"/>
                  <a:pt x="378528" y="98402"/>
                  <a:pt x="403394" y="97852"/>
                </a:cubicBezTo>
                <a:cubicBezTo>
                  <a:pt x="403947" y="97852"/>
                  <a:pt x="404499" y="97852"/>
                  <a:pt x="405052" y="97852"/>
                </a:cubicBezTo>
                <a:cubicBezTo>
                  <a:pt x="419419" y="97302"/>
                  <a:pt x="433234" y="103899"/>
                  <a:pt x="441523" y="115443"/>
                </a:cubicBezTo>
                <a:lnTo>
                  <a:pt x="430471" y="123139"/>
                </a:lnTo>
                <a:cubicBezTo>
                  <a:pt x="424392" y="114893"/>
                  <a:pt x="414446" y="109946"/>
                  <a:pt x="404499" y="111045"/>
                </a:cubicBezTo>
                <a:cubicBezTo>
                  <a:pt x="386264" y="111045"/>
                  <a:pt x="373002" y="125338"/>
                  <a:pt x="373002" y="144578"/>
                </a:cubicBezTo>
                <a:cubicBezTo>
                  <a:pt x="371896" y="162168"/>
                  <a:pt x="385159" y="177010"/>
                  <a:pt x="402841" y="178110"/>
                </a:cubicBezTo>
                <a:cubicBezTo>
                  <a:pt x="403394" y="178110"/>
                  <a:pt x="404499" y="178110"/>
                  <a:pt x="405052" y="178110"/>
                </a:cubicBezTo>
                <a:cubicBezTo>
                  <a:pt x="416104" y="178660"/>
                  <a:pt x="426050" y="173712"/>
                  <a:pt x="432681" y="164917"/>
                </a:cubicBezTo>
                <a:lnTo>
                  <a:pt x="443733" y="172613"/>
                </a:lnTo>
                <a:cubicBezTo>
                  <a:pt x="427708" y="193502"/>
                  <a:pt x="397868" y="197350"/>
                  <a:pt x="376870" y="181408"/>
                </a:cubicBezTo>
                <a:cubicBezTo>
                  <a:pt x="365818" y="172063"/>
                  <a:pt x="359187" y="158320"/>
                  <a:pt x="358634" y="144028"/>
                </a:cubicBezTo>
                <a:moveTo>
                  <a:pt x="478546" y="144028"/>
                </a:moveTo>
                <a:cubicBezTo>
                  <a:pt x="477994" y="118191"/>
                  <a:pt x="498992" y="96753"/>
                  <a:pt x="524964" y="96203"/>
                </a:cubicBezTo>
                <a:cubicBezTo>
                  <a:pt x="550936" y="95653"/>
                  <a:pt x="572487" y="116542"/>
                  <a:pt x="573039" y="142379"/>
                </a:cubicBezTo>
                <a:cubicBezTo>
                  <a:pt x="573592" y="168215"/>
                  <a:pt x="552593" y="189654"/>
                  <a:pt x="526622" y="190204"/>
                </a:cubicBezTo>
                <a:cubicBezTo>
                  <a:pt x="526622" y="190204"/>
                  <a:pt x="526069" y="190204"/>
                  <a:pt x="526069" y="190204"/>
                </a:cubicBezTo>
                <a:cubicBezTo>
                  <a:pt x="500650" y="190753"/>
                  <a:pt x="479651" y="170964"/>
                  <a:pt x="479099" y="145677"/>
                </a:cubicBezTo>
                <a:cubicBezTo>
                  <a:pt x="478546" y="145127"/>
                  <a:pt x="478546" y="144578"/>
                  <a:pt x="478546" y="144028"/>
                </a:cubicBezTo>
                <a:moveTo>
                  <a:pt x="558119" y="144028"/>
                </a:moveTo>
                <a:cubicBezTo>
                  <a:pt x="558119" y="126437"/>
                  <a:pt x="543752" y="112145"/>
                  <a:pt x="526069" y="112145"/>
                </a:cubicBezTo>
                <a:cubicBezTo>
                  <a:pt x="508386" y="112145"/>
                  <a:pt x="494019" y="126437"/>
                  <a:pt x="494019" y="144028"/>
                </a:cubicBezTo>
                <a:cubicBezTo>
                  <a:pt x="494019" y="144028"/>
                  <a:pt x="494019" y="144028"/>
                  <a:pt x="494019" y="144028"/>
                </a:cubicBezTo>
                <a:cubicBezTo>
                  <a:pt x="494019" y="161619"/>
                  <a:pt x="508386" y="175911"/>
                  <a:pt x="526069" y="175911"/>
                </a:cubicBezTo>
                <a:cubicBezTo>
                  <a:pt x="543199" y="176461"/>
                  <a:pt x="558119" y="161619"/>
                  <a:pt x="558119" y="144028"/>
                </a:cubicBezTo>
                <a:cubicBezTo>
                  <a:pt x="558119" y="144028"/>
                  <a:pt x="558119" y="144028"/>
                  <a:pt x="558119" y="144028"/>
                </a:cubicBezTo>
                <a:moveTo>
                  <a:pt x="629956" y="189104"/>
                </a:moveTo>
                <a:lnTo>
                  <a:pt x="615588" y="189104"/>
                </a:lnTo>
                <a:lnTo>
                  <a:pt x="615588" y="98951"/>
                </a:lnTo>
                <a:lnTo>
                  <a:pt x="644876" y="98951"/>
                </a:lnTo>
                <a:cubicBezTo>
                  <a:pt x="666427" y="98951"/>
                  <a:pt x="678584" y="110495"/>
                  <a:pt x="678584" y="127536"/>
                </a:cubicBezTo>
                <a:cubicBezTo>
                  <a:pt x="679136" y="139080"/>
                  <a:pt x="671953" y="149525"/>
                  <a:pt x="660901" y="153373"/>
                </a:cubicBezTo>
                <a:lnTo>
                  <a:pt x="683004" y="189104"/>
                </a:lnTo>
                <a:lnTo>
                  <a:pt x="667532" y="189104"/>
                </a:lnTo>
                <a:lnTo>
                  <a:pt x="647086" y="155572"/>
                </a:lnTo>
                <a:lnTo>
                  <a:pt x="630508" y="155572"/>
                </a:lnTo>
                <a:lnTo>
                  <a:pt x="629956" y="189104"/>
                </a:lnTo>
                <a:close/>
                <a:moveTo>
                  <a:pt x="644323" y="143478"/>
                </a:moveTo>
                <a:cubicBezTo>
                  <a:pt x="658138" y="143478"/>
                  <a:pt x="663664" y="137981"/>
                  <a:pt x="663664" y="127536"/>
                </a:cubicBezTo>
                <a:cubicBezTo>
                  <a:pt x="663664" y="117092"/>
                  <a:pt x="658138" y="111595"/>
                  <a:pt x="644323" y="111595"/>
                </a:cubicBezTo>
                <a:lnTo>
                  <a:pt x="629956" y="111595"/>
                </a:lnTo>
                <a:lnTo>
                  <a:pt x="629956" y="143478"/>
                </a:lnTo>
                <a:lnTo>
                  <a:pt x="644323" y="143478"/>
                </a:lnTo>
                <a:close/>
                <a:moveTo>
                  <a:pt x="740474" y="111595"/>
                </a:moveTo>
                <a:lnTo>
                  <a:pt x="713397" y="111595"/>
                </a:lnTo>
                <a:lnTo>
                  <a:pt x="713397" y="98951"/>
                </a:lnTo>
                <a:lnTo>
                  <a:pt x="781918" y="98951"/>
                </a:lnTo>
                <a:lnTo>
                  <a:pt x="781918" y="111595"/>
                </a:lnTo>
                <a:lnTo>
                  <a:pt x="754841" y="111595"/>
                </a:lnTo>
                <a:lnTo>
                  <a:pt x="754841" y="189104"/>
                </a:lnTo>
                <a:lnTo>
                  <a:pt x="740474" y="189104"/>
                </a:lnTo>
                <a:lnTo>
                  <a:pt x="740474" y="111595"/>
                </a:lnTo>
                <a:close/>
                <a:moveTo>
                  <a:pt x="822257" y="98951"/>
                </a:moveTo>
                <a:lnTo>
                  <a:pt x="836624" y="98951"/>
                </a:lnTo>
                <a:lnTo>
                  <a:pt x="836624" y="176461"/>
                </a:lnTo>
                <a:lnTo>
                  <a:pt x="876963" y="176461"/>
                </a:lnTo>
                <a:lnTo>
                  <a:pt x="876963" y="189104"/>
                </a:lnTo>
                <a:lnTo>
                  <a:pt x="822257" y="189104"/>
                </a:lnTo>
                <a:lnTo>
                  <a:pt x="822257" y="98951"/>
                </a:lnTo>
                <a:close/>
                <a:moveTo>
                  <a:pt x="969799" y="172613"/>
                </a:moveTo>
                <a:lnTo>
                  <a:pt x="932775" y="172613"/>
                </a:lnTo>
                <a:lnTo>
                  <a:pt x="925591" y="189654"/>
                </a:lnTo>
                <a:lnTo>
                  <a:pt x="911224" y="189654"/>
                </a:lnTo>
                <a:lnTo>
                  <a:pt x="951010" y="97852"/>
                </a:lnTo>
                <a:lnTo>
                  <a:pt x="951563" y="97852"/>
                </a:lnTo>
                <a:lnTo>
                  <a:pt x="991902" y="189654"/>
                </a:lnTo>
                <a:lnTo>
                  <a:pt x="976430" y="189654"/>
                </a:lnTo>
                <a:lnTo>
                  <a:pt x="969799" y="172613"/>
                </a:lnTo>
                <a:close/>
                <a:moveTo>
                  <a:pt x="938301" y="159969"/>
                </a:moveTo>
                <a:lnTo>
                  <a:pt x="964825" y="159969"/>
                </a:lnTo>
                <a:lnTo>
                  <a:pt x="951563" y="128636"/>
                </a:lnTo>
                <a:lnTo>
                  <a:pt x="938301" y="159969"/>
                </a:lnTo>
                <a:close/>
                <a:moveTo>
                  <a:pt x="1045503" y="129735"/>
                </a:moveTo>
                <a:lnTo>
                  <a:pt x="1045503" y="189104"/>
                </a:lnTo>
                <a:lnTo>
                  <a:pt x="1032241" y="189104"/>
                </a:lnTo>
                <a:lnTo>
                  <a:pt x="1032241" y="97852"/>
                </a:lnTo>
                <a:lnTo>
                  <a:pt x="1033346" y="97852"/>
                </a:lnTo>
                <a:lnTo>
                  <a:pt x="1091921" y="158320"/>
                </a:lnTo>
                <a:lnTo>
                  <a:pt x="1091921" y="98951"/>
                </a:lnTo>
                <a:lnTo>
                  <a:pt x="1105183" y="98951"/>
                </a:lnTo>
                <a:lnTo>
                  <a:pt x="1105183" y="190204"/>
                </a:lnTo>
                <a:lnTo>
                  <a:pt x="1104078" y="190204"/>
                </a:lnTo>
                <a:lnTo>
                  <a:pt x="1045503" y="129735"/>
                </a:lnTo>
                <a:close/>
                <a:moveTo>
                  <a:pt x="1151601" y="98951"/>
                </a:moveTo>
                <a:lnTo>
                  <a:pt x="1177572" y="98951"/>
                </a:lnTo>
                <a:cubicBezTo>
                  <a:pt x="1207412" y="98951"/>
                  <a:pt x="1225648" y="117642"/>
                  <a:pt x="1225648" y="144028"/>
                </a:cubicBezTo>
                <a:cubicBezTo>
                  <a:pt x="1225648" y="170414"/>
                  <a:pt x="1207412" y="189104"/>
                  <a:pt x="1177572" y="189104"/>
                </a:cubicBezTo>
                <a:lnTo>
                  <a:pt x="1151601" y="189104"/>
                </a:lnTo>
                <a:lnTo>
                  <a:pt x="1151601" y="98951"/>
                </a:lnTo>
                <a:close/>
                <a:moveTo>
                  <a:pt x="1176467" y="176461"/>
                </a:moveTo>
                <a:cubicBezTo>
                  <a:pt x="1200228" y="176461"/>
                  <a:pt x="1210728" y="163268"/>
                  <a:pt x="1210728" y="144028"/>
                </a:cubicBezTo>
                <a:cubicBezTo>
                  <a:pt x="1210728" y="124788"/>
                  <a:pt x="1200228" y="111595"/>
                  <a:pt x="1176467" y="111595"/>
                </a:cubicBezTo>
                <a:lnTo>
                  <a:pt x="1165968" y="111595"/>
                </a:lnTo>
                <a:lnTo>
                  <a:pt x="1165968" y="176461"/>
                </a:lnTo>
                <a:lnTo>
                  <a:pt x="1176467" y="176461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681A7A-A26D-45B1-9851-AB6A140D7592}"/>
              </a:ext>
            </a:extLst>
          </p:cNvPr>
          <p:cNvSpPr>
            <a:spLocks/>
          </p:cNvSpPr>
          <p:nvPr userDrawn="1"/>
        </p:nvSpPr>
        <p:spPr>
          <a:xfrm>
            <a:off x="10025063" y="6381751"/>
            <a:ext cx="369093" cy="370424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A28D10-0AA7-4259-A9DC-8CD599779DA5}"/>
              </a:ext>
            </a:extLst>
          </p:cNvPr>
          <p:cNvSpPr/>
          <p:nvPr userDrawn="1"/>
        </p:nvSpPr>
        <p:spPr>
          <a:xfrm>
            <a:off x="10059820" y="6414693"/>
            <a:ext cx="307338" cy="300142"/>
          </a:xfrm>
          <a:custGeom>
            <a:avLst/>
            <a:gdLst>
              <a:gd name="connsiteX0" fmla="*/ 142100 w 307338"/>
              <a:gd name="connsiteY0" fmla="*/ 249019 h 300142"/>
              <a:gd name="connsiteX1" fmla="*/ 54791 w 307338"/>
              <a:gd name="connsiteY1" fmla="*/ 137977 h 300142"/>
              <a:gd name="connsiteX2" fmla="*/ 142100 w 307338"/>
              <a:gd name="connsiteY2" fmla="*/ 51123 h 300142"/>
              <a:gd name="connsiteX3" fmla="*/ 142100 w 307338"/>
              <a:gd name="connsiteY3" fmla="*/ 69813 h 300142"/>
              <a:gd name="connsiteX4" fmla="*/ 73579 w 307338"/>
              <a:gd name="connsiteY4" fmla="*/ 162714 h 300142"/>
              <a:gd name="connsiteX5" fmla="*/ 142100 w 307338"/>
              <a:gd name="connsiteY5" fmla="*/ 230879 h 300142"/>
              <a:gd name="connsiteX6" fmla="*/ 142100 w 307338"/>
              <a:gd name="connsiteY6" fmla="*/ 249019 h 300142"/>
              <a:gd name="connsiteX7" fmla="*/ 155362 w 307338"/>
              <a:gd name="connsiteY7" fmla="*/ 18140 h 300142"/>
              <a:gd name="connsiteX8" fmla="*/ 149284 w 307338"/>
              <a:gd name="connsiteY8" fmla="*/ 18140 h 300142"/>
              <a:gd name="connsiteX9" fmla="*/ 23846 w 307338"/>
              <a:gd name="connsiteY9" fmla="*/ 156668 h 300142"/>
              <a:gd name="connsiteX10" fmla="*/ 147074 w 307338"/>
              <a:gd name="connsiteY10" fmla="*/ 281452 h 300142"/>
              <a:gd name="connsiteX11" fmla="*/ 155362 w 307338"/>
              <a:gd name="connsiteY11" fmla="*/ 281452 h 300142"/>
              <a:gd name="connsiteX12" fmla="*/ 167519 w 307338"/>
              <a:gd name="connsiteY12" fmla="*/ 280902 h 300142"/>
              <a:gd name="connsiteX13" fmla="*/ 169730 w 307338"/>
              <a:gd name="connsiteY13" fmla="*/ 280902 h 300142"/>
              <a:gd name="connsiteX14" fmla="*/ 169730 w 307338"/>
              <a:gd name="connsiteY14" fmla="*/ 230329 h 300142"/>
              <a:gd name="connsiteX15" fmla="*/ 174703 w 307338"/>
              <a:gd name="connsiteY15" fmla="*/ 229229 h 300142"/>
              <a:gd name="connsiteX16" fmla="*/ 179124 w 307338"/>
              <a:gd name="connsiteY16" fmla="*/ 228130 h 300142"/>
              <a:gd name="connsiteX17" fmla="*/ 235488 w 307338"/>
              <a:gd name="connsiteY17" fmla="*/ 127533 h 300142"/>
              <a:gd name="connsiteX18" fmla="*/ 169730 w 307338"/>
              <a:gd name="connsiteY18" fmla="*/ 69264 h 300142"/>
              <a:gd name="connsiteX19" fmla="*/ 169730 w 307338"/>
              <a:gd name="connsiteY19" fmla="*/ 51123 h 300142"/>
              <a:gd name="connsiteX20" fmla="*/ 256486 w 307338"/>
              <a:gd name="connsiteY20" fmla="*/ 163264 h 300142"/>
              <a:gd name="connsiteX21" fmla="*/ 190728 w 307338"/>
              <a:gd name="connsiteY21" fmla="*/ 244621 h 300142"/>
              <a:gd name="connsiteX22" fmla="*/ 189070 w 307338"/>
              <a:gd name="connsiteY22" fmla="*/ 245171 h 300142"/>
              <a:gd name="connsiteX23" fmla="*/ 189070 w 307338"/>
              <a:gd name="connsiteY23" fmla="*/ 278154 h 300142"/>
              <a:gd name="connsiteX24" fmla="*/ 190176 w 307338"/>
              <a:gd name="connsiteY24" fmla="*/ 278154 h 300142"/>
              <a:gd name="connsiteX25" fmla="*/ 191281 w 307338"/>
              <a:gd name="connsiteY25" fmla="*/ 277604 h 300142"/>
              <a:gd name="connsiteX26" fmla="*/ 283563 w 307338"/>
              <a:gd name="connsiteY26" fmla="*/ 114890 h 300142"/>
              <a:gd name="connsiteX27" fmla="*/ 160336 w 307338"/>
              <a:gd name="connsiteY27" fmla="*/ 18140 h 300142"/>
              <a:gd name="connsiteX28" fmla="*/ 155362 w 307338"/>
              <a:gd name="connsiteY28" fmla="*/ 18140 h 300142"/>
              <a:gd name="connsiteX29" fmla="*/ 155362 w 307338"/>
              <a:gd name="connsiteY29" fmla="*/ 300142 h 300142"/>
              <a:gd name="connsiteX30" fmla="*/ 145416 w 307338"/>
              <a:gd name="connsiteY30" fmla="*/ 299592 h 300142"/>
              <a:gd name="connsiteX31" fmla="*/ 85 w 307338"/>
              <a:gd name="connsiteY31" fmla="*/ 144574 h 300142"/>
              <a:gd name="connsiteX32" fmla="*/ 148731 w 307338"/>
              <a:gd name="connsiteY32" fmla="*/ 0 h 300142"/>
              <a:gd name="connsiteX33" fmla="*/ 155362 w 307338"/>
              <a:gd name="connsiteY33" fmla="*/ 0 h 300142"/>
              <a:gd name="connsiteX34" fmla="*/ 160888 w 307338"/>
              <a:gd name="connsiteY34" fmla="*/ 0 h 300142"/>
              <a:gd name="connsiteX35" fmla="*/ 264775 w 307338"/>
              <a:gd name="connsiteY35" fmla="*/ 45626 h 300142"/>
              <a:gd name="connsiteX36" fmla="*/ 307325 w 307338"/>
              <a:gd name="connsiteY36" fmla="*/ 150071 h 300142"/>
              <a:gd name="connsiteX37" fmla="*/ 173598 w 307338"/>
              <a:gd name="connsiteY37" fmla="*/ 299043 h 300142"/>
              <a:gd name="connsiteX38" fmla="*/ 155362 w 307338"/>
              <a:gd name="connsiteY38" fmla="*/ 300142 h 300142"/>
              <a:gd name="connsiteX39" fmla="*/ 155362 w 307338"/>
              <a:gd name="connsiteY39" fmla="*/ 300142 h 30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7338" h="300142">
                <a:moveTo>
                  <a:pt x="142100" y="249019"/>
                </a:moveTo>
                <a:cubicBezTo>
                  <a:pt x="86841" y="242423"/>
                  <a:pt x="48160" y="192399"/>
                  <a:pt x="54791" y="137977"/>
                </a:cubicBezTo>
                <a:cubicBezTo>
                  <a:pt x="60317" y="92351"/>
                  <a:pt x="96235" y="56620"/>
                  <a:pt x="142100" y="51123"/>
                </a:cubicBezTo>
                <a:lnTo>
                  <a:pt x="142100" y="69813"/>
                </a:lnTo>
                <a:cubicBezTo>
                  <a:pt x="97340" y="76960"/>
                  <a:pt x="66395" y="118188"/>
                  <a:pt x="73579" y="162714"/>
                </a:cubicBezTo>
                <a:cubicBezTo>
                  <a:pt x="79105" y="197896"/>
                  <a:pt x="106734" y="225381"/>
                  <a:pt x="142100" y="230879"/>
                </a:cubicBezTo>
                <a:lnTo>
                  <a:pt x="142100" y="249019"/>
                </a:lnTo>
                <a:close/>
                <a:moveTo>
                  <a:pt x="155362" y="18140"/>
                </a:moveTo>
                <a:cubicBezTo>
                  <a:pt x="153152" y="18140"/>
                  <a:pt x="151494" y="18140"/>
                  <a:pt x="149284" y="18140"/>
                </a:cubicBezTo>
                <a:cubicBezTo>
                  <a:pt x="76342" y="21988"/>
                  <a:pt x="19978" y="84106"/>
                  <a:pt x="23846" y="156668"/>
                </a:cubicBezTo>
                <a:cubicBezTo>
                  <a:pt x="27162" y="223183"/>
                  <a:pt x="80210" y="277054"/>
                  <a:pt x="147074" y="281452"/>
                </a:cubicBezTo>
                <a:lnTo>
                  <a:pt x="155362" y="281452"/>
                </a:lnTo>
                <a:cubicBezTo>
                  <a:pt x="159231" y="281452"/>
                  <a:pt x="163651" y="281452"/>
                  <a:pt x="167519" y="280902"/>
                </a:cubicBezTo>
                <a:lnTo>
                  <a:pt x="169730" y="280902"/>
                </a:lnTo>
                <a:lnTo>
                  <a:pt x="169730" y="230329"/>
                </a:lnTo>
                <a:cubicBezTo>
                  <a:pt x="169730" y="230329"/>
                  <a:pt x="172493" y="229779"/>
                  <a:pt x="174703" y="229229"/>
                </a:cubicBezTo>
                <a:lnTo>
                  <a:pt x="179124" y="228130"/>
                </a:lnTo>
                <a:cubicBezTo>
                  <a:pt x="222778" y="216036"/>
                  <a:pt x="247645" y="170410"/>
                  <a:pt x="235488" y="127533"/>
                </a:cubicBezTo>
                <a:cubicBezTo>
                  <a:pt x="226646" y="97299"/>
                  <a:pt x="201227" y="74211"/>
                  <a:pt x="169730" y="69264"/>
                </a:cubicBezTo>
                <a:lnTo>
                  <a:pt x="169730" y="51123"/>
                </a:lnTo>
                <a:cubicBezTo>
                  <a:pt x="224436" y="58269"/>
                  <a:pt x="263670" y="108293"/>
                  <a:pt x="256486" y="163264"/>
                </a:cubicBezTo>
                <a:cubicBezTo>
                  <a:pt x="251513" y="200644"/>
                  <a:pt x="226094" y="231978"/>
                  <a:pt x="190728" y="244621"/>
                </a:cubicBezTo>
                <a:lnTo>
                  <a:pt x="189070" y="245171"/>
                </a:lnTo>
                <a:lnTo>
                  <a:pt x="189070" y="278154"/>
                </a:lnTo>
                <a:lnTo>
                  <a:pt x="190176" y="278154"/>
                </a:lnTo>
                <a:lnTo>
                  <a:pt x="191281" y="277604"/>
                </a:lnTo>
                <a:cubicBezTo>
                  <a:pt x="262012" y="257814"/>
                  <a:pt x="302904" y="185253"/>
                  <a:pt x="283563" y="114890"/>
                </a:cubicBezTo>
                <a:cubicBezTo>
                  <a:pt x="267538" y="59369"/>
                  <a:pt x="217805" y="20339"/>
                  <a:pt x="160336" y="18140"/>
                </a:cubicBezTo>
                <a:lnTo>
                  <a:pt x="155362" y="18140"/>
                </a:lnTo>
                <a:close/>
                <a:moveTo>
                  <a:pt x="155362" y="300142"/>
                </a:moveTo>
                <a:cubicBezTo>
                  <a:pt x="152047" y="300142"/>
                  <a:pt x="148731" y="300142"/>
                  <a:pt x="145416" y="299592"/>
                </a:cubicBezTo>
                <a:cubicBezTo>
                  <a:pt x="62527" y="297394"/>
                  <a:pt x="-2678" y="227580"/>
                  <a:pt x="85" y="144574"/>
                </a:cubicBezTo>
                <a:cubicBezTo>
                  <a:pt x="2848" y="64866"/>
                  <a:pt x="68053" y="1099"/>
                  <a:pt x="148731" y="0"/>
                </a:cubicBezTo>
                <a:lnTo>
                  <a:pt x="155362" y="0"/>
                </a:lnTo>
                <a:lnTo>
                  <a:pt x="160888" y="0"/>
                </a:lnTo>
                <a:cubicBezTo>
                  <a:pt x="200122" y="1099"/>
                  <a:pt x="237698" y="17591"/>
                  <a:pt x="264775" y="45626"/>
                </a:cubicBezTo>
                <a:cubicBezTo>
                  <a:pt x="292405" y="73661"/>
                  <a:pt x="307877" y="111042"/>
                  <a:pt x="307325" y="150071"/>
                </a:cubicBezTo>
                <a:cubicBezTo>
                  <a:pt x="306772" y="226481"/>
                  <a:pt x="249303" y="290247"/>
                  <a:pt x="173598" y="299043"/>
                </a:cubicBezTo>
                <a:cubicBezTo>
                  <a:pt x="167519" y="300142"/>
                  <a:pt x="161441" y="300142"/>
                  <a:pt x="155362" y="300142"/>
                </a:cubicBezTo>
                <a:lnTo>
                  <a:pt x="155362" y="300142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1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CD2BF5E-92A7-41C4-93AE-C72274D09C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6203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CD2BF5E-92A7-41C4-93AE-C72274D09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EE4A66CA-A8FF-4ABE-8D63-3B205DC3771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52BD1C72-0199-4BB3-8646-E58AC20A2637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0BC47245-03DB-48ED-98E1-9BD8A12367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1D18E3DC-4FF4-4F28-A9B6-6C4B63C31B3C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8B2E8FA-6166-4B9D-B429-62F3637E4F93}"/>
              </a:ext>
            </a:extLst>
          </p:cNvPr>
          <p:cNvSpPr>
            <a:spLocks/>
          </p:cNvSpPr>
          <p:nvPr userDrawn="1"/>
        </p:nvSpPr>
        <p:spPr>
          <a:xfrm>
            <a:off x="10069848" y="6422935"/>
            <a:ext cx="1225647" cy="288055"/>
          </a:xfrm>
          <a:custGeom>
            <a:avLst/>
            <a:gdLst>
              <a:gd name="connsiteX0" fmla="*/ 290113 w 1225647"/>
              <a:gd name="connsiteY0" fmla="*/ 142928 h 288055"/>
              <a:gd name="connsiteX1" fmla="*/ 146440 w 1225647"/>
              <a:gd name="connsiteY1" fmla="*/ 288052 h 288055"/>
              <a:gd name="connsiteX2" fmla="*/ 4 w 1225647"/>
              <a:gd name="connsiteY2" fmla="*/ 145127 h 288055"/>
              <a:gd name="connsiteX3" fmla="*/ 143677 w 1225647"/>
              <a:gd name="connsiteY3" fmla="*/ 4 h 288055"/>
              <a:gd name="connsiteX4" fmla="*/ 144782 w 1225647"/>
              <a:gd name="connsiteY4" fmla="*/ 4 h 288055"/>
              <a:gd name="connsiteX5" fmla="*/ 290113 w 1225647"/>
              <a:gd name="connsiteY5" fmla="*/ 142928 h 288055"/>
              <a:gd name="connsiteX6" fmla="*/ 358634 w 1225647"/>
              <a:gd name="connsiteY6" fmla="*/ 144028 h 288055"/>
              <a:gd name="connsiteX7" fmla="*/ 403394 w 1225647"/>
              <a:gd name="connsiteY7" fmla="*/ 97852 h 288055"/>
              <a:gd name="connsiteX8" fmla="*/ 405052 w 1225647"/>
              <a:gd name="connsiteY8" fmla="*/ 97852 h 288055"/>
              <a:gd name="connsiteX9" fmla="*/ 441523 w 1225647"/>
              <a:gd name="connsiteY9" fmla="*/ 115443 h 288055"/>
              <a:gd name="connsiteX10" fmla="*/ 430471 w 1225647"/>
              <a:gd name="connsiteY10" fmla="*/ 123139 h 288055"/>
              <a:gd name="connsiteX11" fmla="*/ 404499 w 1225647"/>
              <a:gd name="connsiteY11" fmla="*/ 111045 h 288055"/>
              <a:gd name="connsiteX12" fmla="*/ 373002 w 1225647"/>
              <a:gd name="connsiteY12" fmla="*/ 144578 h 288055"/>
              <a:gd name="connsiteX13" fmla="*/ 402841 w 1225647"/>
              <a:gd name="connsiteY13" fmla="*/ 178110 h 288055"/>
              <a:gd name="connsiteX14" fmla="*/ 405052 w 1225647"/>
              <a:gd name="connsiteY14" fmla="*/ 178110 h 288055"/>
              <a:gd name="connsiteX15" fmla="*/ 432681 w 1225647"/>
              <a:gd name="connsiteY15" fmla="*/ 164917 h 288055"/>
              <a:gd name="connsiteX16" fmla="*/ 443733 w 1225647"/>
              <a:gd name="connsiteY16" fmla="*/ 172613 h 288055"/>
              <a:gd name="connsiteX17" fmla="*/ 376870 w 1225647"/>
              <a:gd name="connsiteY17" fmla="*/ 181408 h 288055"/>
              <a:gd name="connsiteX18" fmla="*/ 358634 w 1225647"/>
              <a:gd name="connsiteY18" fmla="*/ 144028 h 288055"/>
              <a:gd name="connsiteX19" fmla="*/ 478546 w 1225647"/>
              <a:gd name="connsiteY19" fmla="*/ 144028 h 288055"/>
              <a:gd name="connsiteX20" fmla="*/ 524964 w 1225647"/>
              <a:gd name="connsiteY20" fmla="*/ 96203 h 288055"/>
              <a:gd name="connsiteX21" fmla="*/ 573039 w 1225647"/>
              <a:gd name="connsiteY21" fmla="*/ 142379 h 288055"/>
              <a:gd name="connsiteX22" fmla="*/ 526622 w 1225647"/>
              <a:gd name="connsiteY22" fmla="*/ 190204 h 288055"/>
              <a:gd name="connsiteX23" fmla="*/ 526069 w 1225647"/>
              <a:gd name="connsiteY23" fmla="*/ 190204 h 288055"/>
              <a:gd name="connsiteX24" fmla="*/ 479099 w 1225647"/>
              <a:gd name="connsiteY24" fmla="*/ 145677 h 288055"/>
              <a:gd name="connsiteX25" fmla="*/ 478546 w 1225647"/>
              <a:gd name="connsiteY25" fmla="*/ 144028 h 288055"/>
              <a:gd name="connsiteX26" fmla="*/ 558119 w 1225647"/>
              <a:gd name="connsiteY26" fmla="*/ 144028 h 288055"/>
              <a:gd name="connsiteX27" fmla="*/ 526069 w 1225647"/>
              <a:gd name="connsiteY27" fmla="*/ 112145 h 288055"/>
              <a:gd name="connsiteX28" fmla="*/ 494019 w 1225647"/>
              <a:gd name="connsiteY28" fmla="*/ 144028 h 288055"/>
              <a:gd name="connsiteX29" fmla="*/ 494019 w 1225647"/>
              <a:gd name="connsiteY29" fmla="*/ 144028 h 288055"/>
              <a:gd name="connsiteX30" fmla="*/ 526069 w 1225647"/>
              <a:gd name="connsiteY30" fmla="*/ 175911 h 288055"/>
              <a:gd name="connsiteX31" fmla="*/ 558119 w 1225647"/>
              <a:gd name="connsiteY31" fmla="*/ 144028 h 288055"/>
              <a:gd name="connsiteX32" fmla="*/ 558119 w 1225647"/>
              <a:gd name="connsiteY32" fmla="*/ 144028 h 288055"/>
              <a:gd name="connsiteX33" fmla="*/ 629956 w 1225647"/>
              <a:gd name="connsiteY33" fmla="*/ 189104 h 288055"/>
              <a:gd name="connsiteX34" fmla="*/ 615588 w 1225647"/>
              <a:gd name="connsiteY34" fmla="*/ 189104 h 288055"/>
              <a:gd name="connsiteX35" fmla="*/ 615588 w 1225647"/>
              <a:gd name="connsiteY35" fmla="*/ 98951 h 288055"/>
              <a:gd name="connsiteX36" fmla="*/ 644876 w 1225647"/>
              <a:gd name="connsiteY36" fmla="*/ 98951 h 288055"/>
              <a:gd name="connsiteX37" fmla="*/ 678584 w 1225647"/>
              <a:gd name="connsiteY37" fmla="*/ 127536 h 288055"/>
              <a:gd name="connsiteX38" fmla="*/ 660901 w 1225647"/>
              <a:gd name="connsiteY38" fmla="*/ 153373 h 288055"/>
              <a:gd name="connsiteX39" fmla="*/ 683004 w 1225647"/>
              <a:gd name="connsiteY39" fmla="*/ 189104 h 288055"/>
              <a:gd name="connsiteX40" fmla="*/ 667532 w 1225647"/>
              <a:gd name="connsiteY40" fmla="*/ 189104 h 288055"/>
              <a:gd name="connsiteX41" fmla="*/ 647086 w 1225647"/>
              <a:gd name="connsiteY41" fmla="*/ 155572 h 288055"/>
              <a:gd name="connsiteX42" fmla="*/ 630508 w 1225647"/>
              <a:gd name="connsiteY42" fmla="*/ 155572 h 288055"/>
              <a:gd name="connsiteX43" fmla="*/ 629956 w 1225647"/>
              <a:gd name="connsiteY43" fmla="*/ 189104 h 288055"/>
              <a:gd name="connsiteX44" fmla="*/ 644323 w 1225647"/>
              <a:gd name="connsiteY44" fmla="*/ 143478 h 288055"/>
              <a:gd name="connsiteX45" fmla="*/ 663664 w 1225647"/>
              <a:gd name="connsiteY45" fmla="*/ 127536 h 288055"/>
              <a:gd name="connsiteX46" fmla="*/ 644323 w 1225647"/>
              <a:gd name="connsiteY46" fmla="*/ 111595 h 288055"/>
              <a:gd name="connsiteX47" fmla="*/ 629956 w 1225647"/>
              <a:gd name="connsiteY47" fmla="*/ 111595 h 288055"/>
              <a:gd name="connsiteX48" fmla="*/ 629956 w 1225647"/>
              <a:gd name="connsiteY48" fmla="*/ 143478 h 288055"/>
              <a:gd name="connsiteX49" fmla="*/ 644323 w 1225647"/>
              <a:gd name="connsiteY49" fmla="*/ 143478 h 288055"/>
              <a:gd name="connsiteX50" fmla="*/ 740474 w 1225647"/>
              <a:gd name="connsiteY50" fmla="*/ 111595 h 288055"/>
              <a:gd name="connsiteX51" fmla="*/ 713397 w 1225647"/>
              <a:gd name="connsiteY51" fmla="*/ 111595 h 288055"/>
              <a:gd name="connsiteX52" fmla="*/ 713397 w 1225647"/>
              <a:gd name="connsiteY52" fmla="*/ 98951 h 288055"/>
              <a:gd name="connsiteX53" fmla="*/ 781918 w 1225647"/>
              <a:gd name="connsiteY53" fmla="*/ 98951 h 288055"/>
              <a:gd name="connsiteX54" fmla="*/ 781918 w 1225647"/>
              <a:gd name="connsiteY54" fmla="*/ 111595 h 288055"/>
              <a:gd name="connsiteX55" fmla="*/ 754841 w 1225647"/>
              <a:gd name="connsiteY55" fmla="*/ 111595 h 288055"/>
              <a:gd name="connsiteX56" fmla="*/ 754841 w 1225647"/>
              <a:gd name="connsiteY56" fmla="*/ 189104 h 288055"/>
              <a:gd name="connsiteX57" fmla="*/ 740474 w 1225647"/>
              <a:gd name="connsiteY57" fmla="*/ 189104 h 288055"/>
              <a:gd name="connsiteX58" fmla="*/ 740474 w 1225647"/>
              <a:gd name="connsiteY58" fmla="*/ 111595 h 288055"/>
              <a:gd name="connsiteX59" fmla="*/ 822257 w 1225647"/>
              <a:gd name="connsiteY59" fmla="*/ 98951 h 288055"/>
              <a:gd name="connsiteX60" fmla="*/ 836624 w 1225647"/>
              <a:gd name="connsiteY60" fmla="*/ 98951 h 288055"/>
              <a:gd name="connsiteX61" fmla="*/ 836624 w 1225647"/>
              <a:gd name="connsiteY61" fmla="*/ 176461 h 288055"/>
              <a:gd name="connsiteX62" fmla="*/ 876963 w 1225647"/>
              <a:gd name="connsiteY62" fmla="*/ 176461 h 288055"/>
              <a:gd name="connsiteX63" fmla="*/ 876963 w 1225647"/>
              <a:gd name="connsiteY63" fmla="*/ 189104 h 288055"/>
              <a:gd name="connsiteX64" fmla="*/ 822257 w 1225647"/>
              <a:gd name="connsiteY64" fmla="*/ 189104 h 288055"/>
              <a:gd name="connsiteX65" fmla="*/ 822257 w 1225647"/>
              <a:gd name="connsiteY65" fmla="*/ 98951 h 288055"/>
              <a:gd name="connsiteX66" fmla="*/ 969799 w 1225647"/>
              <a:gd name="connsiteY66" fmla="*/ 172613 h 288055"/>
              <a:gd name="connsiteX67" fmla="*/ 932775 w 1225647"/>
              <a:gd name="connsiteY67" fmla="*/ 172613 h 288055"/>
              <a:gd name="connsiteX68" fmla="*/ 925591 w 1225647"/>
              <a:gd name="connsiteY68" fmla="*/ 189654 h 288055"/>
              <a:gd name="connsiteX69" fmla="*/ 911224 w 1225647"/>
              <a:gd name="connsiteY69" fmla="*/ 189654 h 288055"/>
              <a:gd name="connsiteX70" fmla="*/ 951010 w 1225647"/>
              <a:gd name="connsiteY70" fmla="*/ 97852 h 288055"/>
              <a:gd name="connsiteX71" fmla="*/ 951563 w 1225647"/>
              <a:gd name="connsiteY71" fmla="*/ 97852 h 288055"/>
              <a:gd name="connsiteX72" fmla="*/ 991902 w 1225647"/>
              <a:gd name="connsiteY72" fmla="*/ 189654 h 288055"/>
              <a:gd name="connsiteX73" fmla="*/ 976430 w 1225647"/>
              <a:gd name="connsiteY73" fmla="*/ 189654 h 288055"/>
              <a:gd name="connsiteX74" fmla="*/ 969799 w 1225647"/>
              <a:gd name="connsiteY74" fmla="*/ 172613 h 288055"/>
              <a:gd name="connsiteX75" fmla="*/ 938301 w 1225647"/>
              <a:gd name="connsiteY75" fmla="*/ 159969 h 288055"/>
              <a:gd name="connsiteX76" fmla="*/ 964825 w 1225647"/>
              <a:gd name="connsiteY76" fmla="*/ 159969 h 288055"/>
              <a:gd name="connsiteX77" fmla="*/ 951563 w 1225647"/>
              <a:gd name="connsiteY77" fmla="*/ 128636 h 288055"/>
              <a:gd name="connsiteX78" fmla="*/ 938301 w 1225647"/>
              <a:gd name="connsiteY78" fmla="*/ 159969 h 288055"/>
              <a:gd name="connsiteX79" fmla="*/ 1045503 w 1225647"/>
              <a:gd name="connsiteY79" fmla="*/ 129735 h 288055"/>
              <a:gd name="connsiteX80" fmla="*/ 1045503 w 1225647"/>
              <a:gd name="connsiteY80" fmla="*/ 189104 h 288055"/>
              <a:gd name="connsiteX81" fmla="*/ 1032241 w 1225647"/>
              <a:gd name="connsiteY81" fmla="*/ 189104 h 288055"/>
              <a:gd name="connsiteX82" fmla="*/ 1032241 w 1225647"/>
              <a:gd name="connsiteY82" fmla="*/ 97852 h 288055"/>
              <a:gd name="connsiteX83" fmla="*/ 1033346 w 1225647"/>
              <a:gd name="connsiteY83" fmla="*/ 97852 h 288055"/>
              <a:gd name="connsiteX84" fmla="*/ 1091921 w 1225647"/>
              <a:gd name="connsiteY84" fmla="*/ 158320 h 288055"/>
              <a:gd name="connsiteX85" fmla="*/ 1091921 w 1225647"/>
              <a:gd name="connsiteY85" fmla="*/ 98951 h 288055"/>
              <a:gd name="connsiteX86" fmla="*/ 1105183 w 1225647"/>
              <a:gd name="connsiteY86" fmla="*/ 98951 h 288055"/>
              <a:gd name="connsiteX87" fmla="*/ 1105183 w 1225647"/>
              <a:gd name="connsiteY87" fmla="*/ 190204 h 288055"/>
              <a:gd name="connsiteX88" fmla="*/ 1104078 w 1225647"/>
              <a:gd name="connsiteY88" fmla="*/ 190204 h 288055"/>
              <a:gd name="connsiteX89" fmla="*/ 1045503 w 1225647"/>
              <a:gd name="connsiteY89" fmla="*/ 129735 h 288055"/>
              <a:gd name="connsiteX90" fmla="*/ 1151601 w 1225647"/>
              <a:gd name="connsiteY90" fmla="*/ 98951 h 288055"/>
              <a:gd name="connsiteX91" fmla="*/ 1177572 w 1225647"/>
              <a:gd name="connsiteY91" fmla="*/ 98951 h 288055"/>
              <a:gd name="connsiteX92" fmla="*/ 1225648 w 1225647"/>
              <a:gd name="connsiteY92" fmla="*/ 144028 h 288055"/>
              <a:gd name="connsiteX93" fmla="*/ 1177572 w 1225647"/>
              <a:gd name="connsiteY93" fmla="*/ 189104 h 288055"/>
              <a:gd name="connsiteX94" fmla="*/ 1151601 w 1225647"/>
              <a:gd name="connsiteY94" fmla="*/ 189104 h 288055"/>
              <a:gd name="connsiteX95" fmla="*/ 1151601 w 1225647"/>
              <a:gd name="connsiteY95" fmla="*/ 98951 h 288055"/>
              <a:gd name="connsiteX96" fmla="*/ 1176467 w 1225647"/>
              <a:gd name="connsiteY96" fmla="*/ 176461 h 288055"/>
              <a:gd name="connsiteX97" fmla="*/ 1210728 w 1225647"/>
              <a:gd name="connsiteY97" fmla="*/ 144028 h 288055"/>
              <a:gd name="connsiteX98" fmla="*/ 1176467 w 1225647"/>
              <a:gd name="connsiteY98" fmla="*/ 111595 h 288055"/>
              <a:gd name="connsiteX99" fmla="*/ 1165968 w 1225647"/>
              <a:gd name="connsiteY99" fmla="*/ 111595 h 288055"/>
              <a:gd name="connsiteX100" fmla="*/ 1165968 w 1225647"/>
              <a:gd name="connsiteY100" fmla="*/ 176461 h 288055"/>
              <a:gd name="connsiteX101" fmla="*/ 1176467 w 1225647"/>
              <a:gd name="connsiteY101" fmla="*/ 176461 h 2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25647" h="288055">
                <a:moveTo>
                  <a:pt x="290113" y="142928"/>
                </a:moveTo>
                <a:cubicBezTo>
                  <a:pt x="290666" y="222636"/>
                  <a:pt x="226565" y="287502"/>
                  <a:pt x="146440" y="288052"/>
                </a:cubicBezTo>
                <a:cubicBezTo>
                  <a:pt x="66314" y="288602"/>
                  <a:pt x="1109" y="224286"/>
                  <a:pt x="4" y="145127"/>
                </a:cubicBezTo>
                <a:cubicBezTo>
                  <a:pt x="-549" y="65419"/>
                  <a:pt x="64104" y="553"/>
                  <a:pt x="143677" y="4"/>
                </a:cubicBezTo>
                <a:cubicBezTo>
                  <a:pt x="144229" y="4"/>
                  <a:pt x="144229" y="4"/>
                  <a:pt x="144782" y="4"/>
                </a:cubicBezTo>
                <a:cubicBezTo>
                  <a:pt x="224908" y="-546"/>
                  <a:pt x="289561" y="63220"/>
                  <a:pt x="290113" y="142928"/>
                </a:cubicBezTo>
                <a:moveTo>
                  <a:pt x="358634" y="144028"/>
                </a:moveTo>
                <a:cubicBezTo>
                  <a:pt x="358082" y="118741"/>
                  <a:pt x="378528" y="98402"/>
                  <a:pt x="403394" y="97852"/>
                </a:cubicBezTo>
                <a:cubicBezTo>
                  <a:pt x="403947" y="97852"/>
                  <a:pt x="404499" y="97852"/>
                  <a:pt x="405052" y="97852"/>
                </a:cubicBezTo>
                <a:cubicBezTo>
                  <a:pt x="419419" y="97302"/>
                  <a:pt x="433234" y="103899"/>
                  <a:pt x="441523" y="115443"/>
                </a:cubicBezTo>
                <a:lnTo>
                  <a:pt x="430471" y="123139"/>
                </a:lnTo>
                <a:cubicBezTo>
                  <a:pt x="424392" y="114893"/>
                  <a:pt x="414446" y="109946"/>
                  <a:pt x="404499" y="111045"/>
                </a:cubicBezTo>
                <a:cubicBezTo>
                  <a:pt x="386264" y="111045"/>
                  <a:pt x="373002" y="125338"/>
                  <a:pt x="373002" y="144578"/>
                </a:cubicBezTo>
                <a:cubicBezTo>
                  <a:pt x="371896" y="162168"/>
                  <a:pt x="385159" y="177010"/>
                  <a:pt x="402841" y="178110"/>
                </a:cubicBezTo>
                <a:cubicBezTo>
                  <a:pt x="403394" y="178110"/>
                  <a:pt x="404499" y="178110"/>
                  <a:pt x="405052" y="178110"/>
                </a:cubicBezTo>
                <a:cubicBezTo>
                  <a:pt x="416104" y="178660"/>
                  <a:pt x="426050" y="173712"/>
                  <a:pt x="432681" y="164917"/>
                </a:cubicBezTo>
                <a:lnTo>
                  <a:pt x="443733" y="172613"/>
                </a:lnTo>
                <a:cubicBezTo>
                  <a:pt x="427708" y="193502"/>
                  <a:pt x="397868" y="197350"/>
                  <a:pt x="376870" y="181408"/>
                </a:cubicBezTo>
                <a:cubicBezTo>
                  <a:pt x="365818" y="172063"/>
                  <a:pt x="359187" y="158320"/>
                  <a:pt x="358634" y="144028"/>
                </a:cubicBezTo>
                <a:moveTo>
                  <a:pt x="478546" y="144028"/>
                </a:moveTo>
                <a:cubicBezTo>
                  <a:pt x="477994" y="118191"/>
                  <a:pt x="498992" y="96753"/>
                  <a:pt x="524964" y="96203"/>
                </a:cubicBezTo>
                <a:cubicBezTo>
                  <a:pt x="550936" y="95653"/>
                  <a:pt x="572487" y="116542"/>
                  <a:pt x="573039" y="142379"/>
                </a:cubicBezTo>
                <a:cubicBezTo>
                  <a:pt x="573592" y="168215"/>
                  <a:pt x="552593" y="189654"/>
                  <a:pt x="526622" y="190204"/>
                </a:cubicBezTo>
                <a:cubicBezTo>
                  <a:pt x="526622" y="190204"/>
                  <a:pt x="526069" y="190204"/>
                  <a:pt x="526069" y="190204"/>
                </a:cubicBezTo>
                <a:cubicBezTo>
                  <a:pt x="500650" y="190753"/>
                  <a:pt x="479651" y="170964"/>
                  <a:pt x="479099" y="145677"/>
                </a:cubicBezTo>
                <a:cubicBezTo>
                  <a:pt x="478546" y="145127"/>
                  <a:pt x="478546" y="144578"/>
                  <a:pt x="478546" y="144028"/>
                </a:cubicBezTo>
                <a:moveTo>
                  <a:pt x="558119" y="144028"/>
                </a:moveTo>
                <a:cubicBezTo>
                  <a:pt x="558119" y="126437"/>
                  <a:pt x="543752" y="112145"/>
                  <a:pt x="526069" y="112145"/>
                </a:cubicBezTo>
                <a:cubicBezTo>
                  <a:pt x="508386" y="112145"/>
                  <a:pt x="494019" y="126437"/>
                  <a:pt x="494019" y="144028"/>
                </a:cubicBezTo>
                <a:cubicBezTo>
                  <a:pt x="494019" y="144028"/>
                  <a:pt x="494019" y="144028"/>
                  <a:pt x="494019" y="144028"/>
                </a:cubicBezTo>
                <a:cubicBezTo>
                  <a:pt x="494019" y="161619"/>
                  <a:pt x="508386" y="175911"/>
                  <a:pt x="526069" y="175911"/>
                </a:cubicBezTo>
                <a:cubicBezTo>
                  <a:pt x="543199" y="176461"/>
                  <a:pt x="558119" y="161619"/>
                  <a:pt x="558119" y="144028"/>
                </a:cubicBezTo>
                <a:cubicBezTo>
                  <a:pt x="558119" y="144028"/>
                  <a:pt x="558119" y="144028"/>
                  <a:pt x="558119" y="144028"/>
                </a:cubicBezTo>
                <a:moveTo>
                  <a:pt x="629956" y="189104"/>
                </a:moveTo>
                <a:lnTo>
                  <a:pt x="615588" y="189104"/>
                </a:lnTo>
                <a:lnTo>
                  <a:pt x="615588" y="98951"/>
                </a:lnTo>
                <a:lnTo>
                  <a:pt x="644876" y="98951"/>
                </a:lnTo>
                <a:cubicBezTo>
                  <a:pt x="666427" y="98951"/>
                  <a:pt x="678584" y="110495"/>
                  <a:pt x="678584" y="127536"/>
                </a:cubicBezTo>
                <a:cubicBezTo>
                  <a:pt x="679136" y="139080"/>
                  <a:pt x="671953" y="149525"/>
                  <a:pt x="660901" y="153373"/>
                </a:cubicBezTo>
                <a:lnTo>
                  <a:pt x="683004" y="189104"/>
                </a:lnTo>
                <a:lnTo>
                  <a:pt x="667532" y="189104"/>
                </a:lnTo>
                <a:lnTo>
                  <a:pt x="647086" y="155572"/>
                </a:lnTo>
                <a:lnTo>
                  <a:pt x="630508" y="155572"/>
                </a:lnTo>
                <a:lnTo>
                  <a:pt x="629956" y="189104"/>
                </a:lnTo>
                <a:close/>
                <a:moveTo>
                  <a:pt x="644323" y="143478"/>
                </a:moveTo>
                <a:cubicBezTo>
                  <a:pt x="658138" y="143478"/>
                  <a:pt x="663664" y="137981"/>
                  <a:pt x="663664" y="127536"/>
                </a:cubicBezTo>
                <a:cubicBezTo>
                  <a:pt x="663664" y="117092"/>
                  <a:pt x="658138" y="111595"/>
                  <a:pt x="644323" y="111595"/>
                </a:cubicBezTo>
                <a:lnTo>
                  <a:pt x="629956" y="111595"/>
                </a:lnTo>
                <a:lnTo>
                  <a:pt x="629956" y="143478"/>
                </a:lnTo>
                <a:lnTo>
                  <a:pt x="644323" y="143478"/>
                </a:lnTo>
                <a:close/>
                <a:moveTo>
                  <a:pt x="740474" y="111595"/>
                </a:moveTo>
                <a:lnTo>
                  <a:pt x="713397" y="111595"/>
                </a:lnTo>
                <a:lnTo>
                  <a:pt x="713397" y="98951"/>
                </a:lnTo>
                <a:lnTo>
                  <a:pt x="781918" y="98951"/>
                </a:lnTo>
                <a:lnTo>
                  <a:pt x="781918" y="111595"/>
                </a:lnTo>
                <a:lnTo>
                  <a:pt x="754841" y="111595"/>
                </a:lnTo>
                <a:lnTo>
                  <a:pt x="754841" y="189104"/>
                </a:lnTo>
                <a:lnTo>
                  <a:pt x="740474" y="189104"/>
                </a:lnTo>
                <a:lnTo>
                  <a:pt x="740474" y="111595"/>
                </a:lnTo>
                <a:close/>
                <a:moveTo>
                  <a:pt x="822257" y="98951"/>
                </a:moveTo>
                <a:lnTo>
                  <a:pt x="836624" y="98951"/>
                </a:lnTo>
                <a:lnTo>
                  <a:pt x="836624" y="176461"/>
                </a:lnTo>
                <a:lnTo>
                  <a:pt x="876963" y="176461"/>
                </a:lnTo>
                <a:lnTo>
                  <a:pt x="876963" y="189104"/>
                </a:lnTo>
                <a:lnTo>
                  <a:pt x="822257" y="189104"/>
                </a:lnTo>
                <a:lnTo>
                  <a:pt x="822257" y="98951"/>
                </a:lnTo>
                <a:close/>
                <a:moveTo>
                  <a:pt x="969799" y="172613"/>
                </a:moveTo>
                <a:lnTo>
                  <a:pt x="932775" y="172613"/>
                </a:lnTo>
                <a:lnTo>
                  <a:pt x="925591" y="189654"/>
                </a:lnTo>
                <a:lnTo>
                  <a:pt x="911224" y="189654"/>
                </a:lnTo>
                <a:lnTo>
                  <a:pt x="951010" y="97852"/>
                </a:lnTo>
                <a:lnTo>
                  <a:pt x="951563" y="97852"/>
                </a:lnTo>
                <a:lnTo>
                  <a:pt x="991902" y="189654"/>
                </a:lnTo>
                <a:lnTo>
                  <a:pt x="976430" y="189654"/>
                </a:lnTo>
                <a:lnTo>
                  <a:pt x="969799" y="172613"/>
                </a:lnTo>
                <a:close/>
                <a:moveTo>
                  <a:pt x="938301" y="159969"/>
                </a:moveTo>
                <a:lnTo>
                  <a:pt x="964825" y="159969"/>
                </a:lnTo>
                <a:lnTo>
                  <a:pt x="951563" y="128636"/>
                </a:lnTo>
                <a:lnTo>
                  <a:pt x="938301" y="159969"/>
                </a:lnTo>
                <a:close/>
                <a:moveTo>
                  <a:pt x="1045503" y="129735"/>
                </a:moveTo>
                <a:lnTo>
                  <a:pt x="1045503" y="189104"/>
                </a:lnTo>
                <a:lnTo>
                  <a:pt x="1032241" y="189104"/>
                </a:lnTo>
                <a:lnTo>
                  <a:pt x="1032241" y="97852"/>
                </a:lnTo>
                <a:lnTo>
                  <a:pt x="1033346" y="97852"/>
                </a:lnTo>
                <a:lnTo>
                  <a:pt x="1091921" y="158320"/>
                </a:lnTo>
                <a:lnTo>
                  <a:pt x="1091921" y="98951"/>
                </a:lnTo>
                <a:lnTo>
                  <a:pt x="1105183" y="98951"/>
                </a:lnTo>
                <a:lnTo>
                  <a:pt x="1105183" y="190204"/>
                </a:lnTo>
                <a:lnTo>
                  <a:pt x="1104078" y="190204"/>
                </a:lnTo>
                <a:lnTo>
                  <a:pt x="1045503" y="129735"/>
                </a:lnTo>
                <a:close/>
                <a:moveTo>
                  <a:pt x="1151601" y="98951"/>
                </a:moveTo>
                <a:lnTo>
                  <a:pt x="1177572" y="98951"/>
                </a:lnTo>
                <a:cubicBezTo>
                  <a:pt x="1207412" y="98951"/>
                  <a:pt x="1225648" y="117642"/>
                  <a:pt x="1225648" y="144028"/>
                </a:cubicBezTo>
                <a:cubicBezTo>
                  <a:pt x="1225648" y="170414"/>
                  <a:pt x="1207412" y="189104"/>
                  <a:pt x="1177572" y="189104"/>
                </a:cubicBezTo>
                <a:lnTo>
                  <a:pt x="1151601" y="189104"/>
                </a:lnTo>
                <a:lnTo>
                  <a:pt x="1151601" y="98951"/>
                </a:lnTo>
                <a:close/>
                <a:moveTo>
                  <a:pt x="1176467" y="176461"/>
                </a:moveTo>
                <a:cubicBezTo>
                  <a:pt x="1200228" y="176461"/>
                  <a:pt x="1210728" y="163268"/>
                  <a:pt x="1210728" y="144028"/>
                </a:cubicBezTo>
                <a:cubicBezTo>
                  <a:pt x="1210728" y="124788"/>
                  <a:pt x="1200228" y="111595"/>
                  <a:pt x="1176467" y="111595"/>
                </a:cubicBezTo>
                <a:lnTo>
                  <a:pt x="1165968" y="111595"/>
                </a:lnTo>
                <a:lnTo>
                  <a:pt x="1165968" y="176461"/>
                </a:lnTo>
                <a:lnTo>
                  <a:pt x="1176467" y="176461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91E54-36FD-4338-A3F0-151B07FBFFBA}"/>
              </a:ext>
            </a:extLst>
          </p:cNvPr>
          <p:cNvSpPr>
            <a:spLocks/>
          </p:cNvSpPr>
          <p:nvPr userDrawn="1"/>
        </p:nvSpPr>
        <p:spPr>
          <a:xfrm>
            <a:off x="10025063" y="6381751"/>
            <a:ext cx="369093" cy="370424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90AEBAB-68DF-4F07-AC2F-0CC8F628C7B6}"/>
              </a:ext>
            </a:extLst>
          </p:cNvPr>
          <p:cNvSpPr/>
          <p:nvPr userDrawn="1"/>
        </p:nvSpPr>
        <p:spPr>
          <a:xfrm>
            <a:off x="10059820" y="6414693"/>
            <a:ext cx="307338" cy="300142"/>
          </a:xfrm>
          <a:custGeom>
            <a:avLst/>
            <a:gdLst>
              <a:gd name="connsiteX0" fmla="*/ 142100 w 307338"/>
              <a:gd name="connsiteY0" fmla="*/ 249019 h 300142"/>
              <a:gd name="connsiteX1" fmla="*/ 54791 w 307338"/>
              <a:gd name="connsiteY1" fmla="*/ 137977 h 300142"/>
              <a:gd name="connsiteX2" fmla="*/ 142100 w 307338"/>
              <a:gd name="connsiteY2" fmla="*/ 51123 h 300142"/>
              <a:gd name="connsiteX3" fmla="*/ 142100 w 307338"/>
              <a:gd name="connsiteY3" fmla="*/ 69813 h 300142"/>
              <a:gd name="connsiteX4" fmla="*/ 73579 w 307338"/>
              <a:gd name="connsiteY4" fmla="*/ 162714 h 300142"/>
              <a:gd name="connsiteX5" fmla="*/ 142100 w 307338"/>
              <a:gd name="connsiteY5" fmla="*/ 230879 h 300142"/>
              <a:gd name="connsiteX6" fmla="*/ 142100 w 307338"/>
              <a:gd name="connsiteY6" fmla="*/ 249019 h 300142"/>
              <a:gd name="connsiteX7" fmla="*/ 155362 w 307338"/>
              <a:gd name="connsiteY7" fmla="*/ 18140 h 300142"/>
              <a:gd name="connsiteX8" fmla="*/ 149284 w 307338"/>
              <a:gd name="connsiteY8" fmla="*/ 18140 h 300142"/>
              <a:gd name="connsiteX9" fmla="*/ 23846 w 307338"/>
              <a:gd name="connsiteY9" fmla="*/ 156668 h 300142"/>
              <a:gd name="connsiteX10" fmla="*/ 147074 w 307338"/>
              <a:gd name="connsiteY10" fmla="*/ 281452 h 300142"/>
              <a:gd name="connsiteX11" fmla="*/ 155362 w 307338"/>
              <a:gd name="connsiteY11" fmla="*/ 281452 h 300142"/>
              <a:gd name="connsiteX12" fmla="*/ 167519 w 307338"/>
              <a:gd name="connsiteY12" fmla="*/ 280902 h 300142"/>
              <a:gd name="connsiteX13" fmla="*/ 169730 w 307338"/>
              <a:gd name="connsiteY13" fmla="*/ 280902 h 300142"/>
              <a:gd name="connsiteX14" fmla="*/ 169730 w 307338"/>
              <a:gd name="connsiteY14" fmla="*/ 230329 h 300142"/>
              <a:gd name="connsiteX15" fmla="*/ 174703 w 307338"/>
              <a:gd name="connsiteY15" fmla="*/ 229229 h 300142"/>
              <a:gd name="connsiteX16" fmla="*/ 179124 w 307338"/>
              <a:gd name="connsiteY16" fmla="*/ 228130 h 300142"/>
              <a:gd name="connsiteX17" fmla="*/ 235488 w 307338"/>
              <a:gd name="connsiteY17" fmla="*/ 127533 h 300142"/>
              <a:gd name="connsiteX18" fmla="*/ 169730 w 307338"/>
              <a:gd name="connsiteY18" fmla="*/ 69264 h 300142"/>
              <a:gd name="connsiteX19" fmla="*/ 169730 w 307338"/>
              <a:gd name="connsiteY19" fmla="*/ 51123 h 300142"/>
              <a:gd name="connsiteX20" fmla="*/ 256486 w 307338"/>
              <a:gd name="connsiteY20" fmla="*/ 163264 h 300142"/>
              <a:gd name="connsiteX21" fmla="*/ 190728 w 307338"/>
              <a:gd name="connsiteY21" fmla="*/ 244621 h 300142"/>
              <a:gd name="connsiteX22" fmla="*/ 189070 w 307338"/>
              <a:gd name="connsiteY22" fmla="*/ 245171 h 300142"/>
              <a:gd name="connsiteX23" fmla="*/ 189070 w 307338"/>
              <a:gd name="connsiteY23" fmla="*/ 278154 h 300142"/>
              <a:gd name="connsiteX24" fmla="*/ 190176 w 307338"/>
              <a:gd name="connsiteY24" fmla="*/ 278154 h 300142"/>
              <a:gd name="connsiteX25" fmla="*/ 191281 w 307338"/>
              <a:gd name="connsiteY25" fmla="*/ 277604 h 300142"/>
              <a:gd name="connsiteX26" fmla="*/ 283563 w 307338"/>
              <a:gd name="connsiteY26" fmla="*/ 114890 h 300142"/>
              <a:gd name="connsiteX27" fmla="*/ 160336 w 307338"/>
              <a:gd name="connsiteY27" fmla="*/ 18140 h 300142"/>
              <a:gd name="connsiteX28" fmla="*/ 155362 w 307338"/>
              <a:gd name="connsiteY28" fmla="*/ 18140 h 300142"/>
              <a:gd name="connsiteX29" fmla="*/ 155362 w 307338"/>
              <a:gd name="connsiteY29" fmla="*/ 300142 h 300142"/>
              <a:gd name="connsiteX30" fmla="*/ 145416 w 307338"/>
              <a:gd name="connsiteY30" fmla="*/ 299592 h 300142"/>
              <a:gd name="connsiteX31" fmla="*/ 85 w 307338"/>
              <a:gd name="connsiteY31" fmla="*/ 144574 h 300142"/>
              <a:gd name="connsiteX32" fmla="*/ 148731 w 307338"/>
              <a:gd name="connsiteY32" fmla="*/ 0 h 300142"/>
              <a:gd name="connsiteX33" fmla="*/ 155362 w 307338"/>
              <a:gd name="connsiteY33" fmla="*/ 0 h 300142"/>
              <a:gd name="connsiteX34" fmla="*/ 160888 w 307338"/>
              <a:gd name="connsiteY34" fmla="*/ 0 h 300142"/>
              <a:gd name="connsiteX35" fmla="*/ 264775 w 307338"/>
              <a:gd name="connsiteY35" fmla="*/ 45626 h 300142"/>
              <a:gd name="connsiteX36" fmla="*/ 307325 w 307338"/>
              <a:gd name="connsiteY36" fmla="*/ 150071 h 300142"/>
              <a:gd name="connsiteX37" fmla="*/ 173598 w 307338"/>
              <a:gd name="connsiteY37" fmla="*/ 299043 h 300142"/>
              <a:gd name="connsiteX38" fmla="*/ 155362 w 307338"/>
              <a:gd name="connsiteY38" fmla="*/ 300142 h 300142"/>
              <a:gd name="connsiteX39" fmla="*/ 155362 w 307338"/>
              <a:gd name="connsiteY39" fmla="*/ 300142 h 30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7338" h="300142">
                <a:moveTo>
                  <a:pt x="142100" y="249019"/>
                </a:moveTo>
                <a:cubicBezTo>
                  <a:pt x="86841" y="242423"/>
                  <a:pt x="48160" y="192399"/>
                  <a:pt x="54791" y="137977"/>
                </a:cubicBezTo>
                <a:cubicBezTo>
                  <a:pt x="60317" y="92351"/>
                  <a:pt x="96235" y="56620"/>
                  <a:pt x="142100" y="51123"/>
                </a:cubicBezTo>
                <a:lnTo>
                  <a:pt x="142100" y="69813"/>
                </a:lnTo>
                <a:cubicBezTo>
                  <a:pt x="97340" y="76960"/>
                  <a:pt x="66395" y="118188"/>
                  <a:pt x="73579" y="162714"/>
                </a:cubicBezTo>
                <a:cubicBezTo>
                  <a:pt x="79105" y="197896"/>
                  <a:pt x="106734" y="225381"/>
                  <a:pt x="142100" y="230879"/>
                </a:cubicBezTo>
                <a:lnTo>
                  <a:pt x="142100" y="249019"/>
                </a:lnTo>
                <a:close/>
                <a:moveTo>
                  <a:pt x="155362" y="18140"/>
                </a:moveTo>
                <a:cubicBezTo>
                  <a:pt x="153152" y="18140"/>
                  <a:pt x="151494" y="18140"/>
                  <a:pt x="149284" y="18140"/>
                </a:cubicBezTo>
                <a:cubicBezTo>
                  <a:pt x="76342" y="21988"/>
                  <a:pt x="19978" y="84106"/>
                  <a:pt x="23846" y="156668"/>
                </a:cubicBezTo>
                <a:cubicBezTo>
                  <a:pt x="27162" y="223183"/>
                  <a:pt x="80210" y="277054"/>
                  <a:pt x="147074" y="281452"/>
                </a:cubicBezTo>
                <a:lnTo>
                  <a:pt x="155362" y="281452"/>
                </a:lnTo>
                <a:cubicBezTo>
                  <a:pt x="159231" y="281452"/>
                  <a:pt x="163651" y="281452"/>
                  <a:pt x="167519" y="280902"/>
                </a:cubicBezTo>
                <a:lnTo>
                  <a:pt x="169730" y="280902"/>
                </a:lnTo>
                <a:lnTo>
                  <a:pt x="169730" y="230329"/>
                </a:lnTo>
                <a:cubicBezTo>
                  <a:pt x="169730" y="230329"/>
                  <a:pt x="172493" y="229779"/>
                  <a:pt x="174703" y="229229"/>
                </a:cubicBezTo>
                <a:lnTo>
                  <a:pt x="179124" y="228130"/>
                </a:lnTo>
                <a:cubicBezTo>
                  <a:pt x="222778" y="216036"/>
                  <a:pt x="247645" y="170410"/>
                  <a:pt x="235488" y="127533"/>
                </a:cubicBezTo>
                <a:cubicBezTo>
                  <a:pt x="226646" y="97299"/>
                  <a:pt x="201227" y="74211"/>
                  <a:pt x="169730" y="69264"/>
                </a:cubicBezTo>
                <a:lnTo>
                  <a:pt x="169730" y="51123"/>
                </a:lnTo>
                <a:cubicBezTo>
                  <a:pt x="224436" y="58269"/>
                  <a:pt x="263670" y="108293"/>
                  <a:pt x="256486" y="163264"/>
                </a:cubicBezTo>
                <a:cubicBezTo>
                  <a:pt x="251513" y="200644"/>
                  <a:pt x="226094" y="231978"/>
                  <a:pt x="190728" y="244621"/>
                </a:cubicBezTo>
                <a:lnTo>
                  <a:pt x="189070" y="245171"/>
                </a:lnTo>
                <a:lnTo>
                  <a:pt x="189070" y="278154"/>
                </a:lnTo>
                <a:lnTo>
                  <a:pt x="190176" y="278154"/>
                </a:lnTo>
                <a:lnTo>
                  <a:pt x="191281" y="277604"/>
                </a:lnTo>
                <a:cubicBezTo>
                  <a:pt x="262012" y="257814"/>
                  <a:pt x="302904" y="185253"/>
                  <a:pt x="283563" y="114890"/>
                </a:cubicBezTo>
                <a:cubicBezTo>
                  <a:pt x="267538" y="59369"/>
                  <a:pt x="217805" y="20339"/>
                  <a:pt x="160336" y="18140"/>
                </a:cubicBezTo>
                <a:lnTo>
                  <a:pt x="155362" y="18140"/>
                </a:lnTo>
                <a:close/>
                <a:moveTo>
                  <a:pt x="155362" y="300142"/>
                </a:moveTo>
                <a:cubicBezTo>
                  <a:pt x="152047" y="300142"/>
                  <a:pt x="148731" y="300142"/>
                  <a:pt x="145416" y="299592"/>
                </a:cubicBezTo>
                <a:cubicBezTo>
                  <a:pt x="62527" y="297394"/>
                  <a:pt x="-2678" y="227580"/>
                  <a:pt x="85" y="144574"/>
                </a:cubicBezTo>
                <a:cubicBezTo>
                  <a:pt x="2848" y="64866"/>
                  <a:pt x="68053" y="1099"/>
                  <a:pt x="148731" y="0"/>
                </a:cubicBezTo>
                <a:lnTo>
                  <a:pt x="155362" y="0"/>
                </a:lnTo>
                <a:lnTo>
                  <a:pt x="160888" y="0"/>
                </a:lnTo>
                <a:cubicBezTo>
                  <a:pt x="200122" y="1099"/>
                  <a:pt x="237698" y="17591"/>
                  <a:pt x="264775" y="45626"/>
                </a:cubicBezTo>
                <a:cubicBezTo>
                  <a:pt x="292405" y="73661"/>
                  <a:pt x="307877" y="111042"/>
                  <a:pt x="307325" y="150071"/>
                </a:cubicBezTo>
                <a:cubicBezTo>
                  <a:pt x="306772" y="226481"/>
                  <a:pt x="249303" y="290247"/>
                  <a:pt x="173598" y="299043"/>
                </a:cubicBezTo>
                <a:cubicBezTo>
                  <a:pt x="167519" y="300142"/>
                  <a:pt x="161441" y="300142"/>
                  <a:pt x="155362" y="300142"/>
                </a:cubicBezTo>
                <a:lnTo>
                  <a:pt x="155362" y="300142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393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CD2BF5E-92A7-41C4-93AE-C72274D09C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158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CD2BF5E-92A7-41C4-93AE-C72274D09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18ACC268-A943-4D06-8E58-8449E6F5A63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0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974F44-EC34-4BF8-8BAC-9256DF59EE1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86A5679-03ED-4F8B-97AD-ED91DCC5AD4D}"/>
              </a:ext>
            </a:extLst>
          </p:cNvPr>
          <p:cNvSpPr>
            <a:spLocks/>
          </p:cNvSpPr>
          <p:nvPr userDrawn="1"/>
        </p:nvSpPr>
        <p:spPr bwMode="ltGray">
          <a:xfrm rot="10800000" flipH="1">
            <a:off x="0" y="0"/>
            <a:ext cx="10082463" cy="6858001"/>
          </a:xfrm>
          <a:prstGeom prst="rect">
            <a:avLst/>
          </a:prstGeom>
          <a:gradFill flip="none" rotWithShape="1">
            <a:gsLst>
              <a:gs pos="57000">
                <a:srgbClr val="051C2C">
                  <a:alpha val="69000"/>
                </a:srgbClr>
              </a:gs>
              <a:gs pos="0">
                <a:srgbClr val="051C2C"/>
              </a:gs>
              <a:gs pos="100000">
                <a:srgbClr val="051C2C">
                  <a:alpha val="0"/>
                </a:srgbClr>
              </a:gs>
            </a:gsLst>
            <a:lin ang="0" scaled="1"/>
            <a:tileRect/>
          </a:gra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7720D1AF-D4DD-4054-AB4E-06F954726CD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lt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5893B798-C470-44A6-BB73-969F44D3A2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 bwMode="ltGray"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7" name="5. Source" hidden="1">
            <a:extLst>
              <a:ext uri="{FF2B5EF4-FFF2-40B4-BE49-F238E27FC236}">
                <a16:creationId xmlns:a16="http://schemas.microsoft.com/office/drawing/2014/main" id="{52D1F821-E1CF-49A7-BA33-97ADE41BBE2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ltGray"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8" name="2. Slide Title">
            <a:extLst>
              <a:ext uri="{FF2B5EF4-FFF2-40B4-BE49-F238E27FC236}">
                <a16:creationId xmlns:a16="http://schemas.microsoft.com/office/drawing/2014/main" id="{DDB0C082-B679-4383-8A00-FF3C3763404C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ltGray">
          <a:xfrm>
            <a:off x="554736" y="3121225"/>
            <a:ext cx="11082528" cy="615553"/>
          </a:xfrm>
        </p:spPr>
        <p:txBody>
          <a:bodyPr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F1D440-8664-480A-B119-5CD14FF1973C}"/>
              </a:ext>
            </a:extLst>
          </p:cNvPr>
          <p:cNvPicPr>
            <a:picLocks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6572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A9CF6F9-3F22-4C1D-8F1F-9500FF412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75525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A9CF6F9-3F22-4C1D-8F1F-9500FF412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4EBD6D7-7322-40E3-8673-16FEF407B968}"/>
              </a:ext>
            </a:extLst>
          </p:cNvPr>
          <p:cNvSpPr>
            <a:spLocks/>
          </p:cNvSpPr>
          <p:nvPr userDrawn="1"/>
        </p:nvSpPr>
        <p:spPr>
          <a:xfrm>
            <a:off x="3878938" y="2908763"/>
            <a:ext cx="4470702" cy="1056601"/>
          </a:xfrm>
          <a:custGeom>
            <a:avLst/>
            <a:gdLst>
              <a:gd name="connsiteX0" fmla="*/ 290113 w 1225647"/>
              <a:gd name="connsiteY0" fmla="*/ 142928 h 288055"/>
              <a:gd name="connsiteX1" fmla="*/ 146440 w 1225647"/>
              <a:gd name="connsiteY1" fmla="*/ 288052 h 288055"/>
              <a:gd name="connsiteX2" fmla="*/ 4 w 1225647"/>
              <a:gd name="connsiteY2" fmla="*/ 145127 h 288055"/>
              <a:gd name="connsiteX3" fmla="*/ 143677 w 1225647"/>
              <a:gd name="connsiteY3" fmla="*/ 4 h 288055"/>
              <a:gd name="connsiteX4" fmla="*/ 144782 w 1225647"/>
              <a:gd name="connsiteY4" fmla="*/ 4 h 288055"/>
              <a:gd name="connsiteX5" fmla="*/ 290113 w 1225647"/>
              <a:gd name="connsiteY5" fmla="*/ 142928 h 288055"/>
              <a:gd name="connsiteX6" fmla="*/ 358634 w 1225647"/>
              <a:gd name="connsiteY6" fmla="*/ 144028 h 288055"/>
              <a:gd name="connsiteX7" fmla="*/ 403394 w 1225647"/>
              <a:gd name="connsiteY7" fmla="*/ 97852 h 288055"/>
              <a:gd name="connsiteX8" fmla="*/ 405052 w 1225647"/>
              <a:gd name="connsiteY8" fmla="*/ 97852 h 288055"/>
              <a:gd name="connsiteX9" fmla="*/ 441523 w 1225647"/>
              <a:gd name="connsiteY9" fmla="*/ 115443 h 288055"/>
              <a:gd name="connsiteX10" fmla="*/ 430471 w 1225647"/>
              <a:gd name="connsiteY10" fmla="*/ 123139 h 288055"/>
              <a:gd name="connsiteX11" fmla="*/ 404499 w 1225647"/>
              <a:gd name="connsiteY11" fmla="*/ 111045 h 288055"/>
              <a:gd name="connsiteX12" fmla="*/ 373002 w 1225647"/>
              <a:gd name="connsiteY12" fmla="*/ 144578 h 288055"/>
              <a:gd name="connsiteX13" fmla="*/ 402841 w 1225647"/>
              <a:gd name="connsiteY13" fmla="*/ 178110 h 288055"/>
              <a:gd name="connsiteX14" fmla="*/ 405052 w 1225647"/>
              <a:gd name="connsiteY14" fmla="*/ 178110 h 288055"/>
              <a:gd name="connsiteX15" fmla="*/ 432681 w 1225647"/>
              <a:gd name="connsiteY15" fmla="*/ 164917 h 288055"/>
              <a:gd name="connsiteX16" fmla="*/ 443733 w 1225647"/>
              <a:gd name="connsiteY16" fmla="*/ 172613 h 288055"/>
              <a:gd name="connsiteX17" fmla="*/ 376870 w 1225647"/>
              <a:gd name="connsiteY17" fmla="*/ 181408 h 288055"/>
              <a:gd name="connsiteX18" fmla="*/ 358634 w 1225647"/>
              <a:gd name="connsiteY18" fmla="*/ 144028 h 288055"/>
              <a:gd name="connsiteX19" fmla="*/ 478546 w 1225647"/>
              <a:gd name="connsiteY19" fmla="*/ 144028 h 288055"/>
              <a:gd name="connsiteX20" fmla="*/ 524964 w 1225647"/>
              <a:gd name="connsiteY20" fmla="*/ 96203 h 288055"/>
              <a:gd name="connsiteX21" fmla="*/ 573039 w 1225647"/>
              <a:gd name="connsiteY21" fmla="*/ 142379 h 288055"/>
              <a:gd name="connsiteX22" fmla="*/ 526622 w 1225647"/>
              <a:gd name="connsiteY22" fmla="*/ 190204 h 288055"/>
              <a:gd name="connsiteX23" fmla="*/ 526069 w 1225647"/>
              <a:gd name="connsiteY23" fmla="*/ 190204 h 288055"/>
              <a:gd name="connsiteX24" fmla="*/ 479099 w 1225647"/>
              <a:gd name="connsiteY24" fmla="*/ 145677 h 288055"/>
              <a:gd name="connsiteX25" fmla="*/ 478546 w 1225647"/>
              <a:gd name="connsiteY25" fmla="*/ 144028 h 288055"/>
              <a:gd name="connsiteX26" fmla="*/ 558119 w 1225647"/>
              <a:gd name="connsiteY26" fmla="*/ 144028 h 288055"/>
              <a:gd name="connsiteX27" fmla="*/ 526069 w 1225647"/>
              <a:gd name="connsiteY27" fmla="*/ 112145 h 288055"/>
              <a:gd name="connsiteX28" fmla="*/ 494019 w 1225647"/>
              <a:gd name="connsiteY28" fmla="*/ 144028 h 288055"/>
              <a:gd name="connsiteX29" fmla="*/ 494019 w 1225647"/>
              <a:gd name="connsiteY29" fmla="*/ 144028 h 288055"/>
              <a:gd name="connsiteX30" fmla="*/ 526069 w 1225647"/>
              <a:gd name="connsiteY30" fmla="*/ 175911 h 288055"/>
              <a:gd name="connsiteX31" fmla="*/ 558119 w 1225647"/>
              <a:gd name="connsiteY31" fmla="*/ 144028 h 288055"/>
              <a:gd name="connsiteX32" fmla="*/ 558119 w 1225647"/>
              <a:gd name="connsiteY32" fmla="*/ 144028 h 288055"/>
              <a:gd name="connsiteX33" fmla="*/ 629956 w 1225647"/>
              <a:gd name="connsiteY33" fmla="*/ 189104 h 288055"/>
              <a:gd name="connsiteX34" fmla="*/ 615588 w 1225647"/>
              <a:gd name="connsiteY34" fmla="*/ 189104 h 288055"/>
              <a:gd name="connsiteX35" fmla="*/ 615588 w 1225647"/>
              <a:gd name="connsiteY35" fmla="*/ 98951 h 288055"/>
              <a:gd name="connsiteX36" fmla="*/ 644876 w 1225647"/>
              <a:gd name="connsiteY36" fmla="*/ 98951 h 288055"/>
              <a:gd name="connsiteX37" fmla="*/ 678584 w 1225647"/>
              <a:gd name="connsiteY37" fmla="*/ 127536 h 288055"/>
              <a:gd name="connsiteX38" fmla="*/ 660901 w 1225647"/>
              <a:gd name="connsiteY38" fmla="*/ 153373 h 288055"/>
              <a:gd name="connsiteX39" fmla="*/ 683004 w 1225647"/>
              <a:gd name="connsiteY39" fmla="*/ 189104 h 288055"/>
              <a:gd name="connsiteX40" fmla="*/ 667532 w 1225647"/>
              <a:gd name="connsiteY40" fmla="*/ 189104 h 288055"/>
              <a:gd name="connsiteX41" fmla="*/ 647086 w 1225647"/>
              <a:gd name="connsiteY41" fmla="*/ 155572 h 288055"/>
              <a:gd name="connsiteX42" fmla="*/ 630508 w 1225647"/>
              <a:gd name="connsiteY42" fmla="*/ 155572 h 288055"/>
              <a:gd name="connsiteX43" fmla="*/ 629956 w 1225647"/>
              <a:gd name="connsiteY43" fmla="*/ 189104 h 288055"/>
              <a:gd name="connsiteX44" fmla="*/ 644323 w 1225647"/>
              <a:gd name="connsiteY44" fmla="*/ 143478 h 288055"/>
              <a:gd name="connsiteX45" fmla="*/ 663664 w 1225647"/>
              <a:gd name="connsiteY45" fmla="*/ 127536 h 288055"/>
              <a:gd name="connsiteX46" fmla="*/ 644323 w 1225647"/>
              <a:gd name="connsiteY46" fmla="*/ 111595 h 288055"/>
              <a:gd name="connsiteX47" fmla="*/ 629956 w 1225647"/>
              <a:gd name="connsiteY47" fmla="*/ 111595 h 288055"/>
              <a:gd name="connsiteX48" fmla="*/ 629956 w 1225647"/>
              <a:gd name="connsiteY48" fmla="*/ 143478 h 288055"/>
              <a:gd name="connsiteX49" fmla="*/ 644323 w 1225647"/>
              <a:gd name="connsiteY49" fmla="*/ 143478 h 288055"/>
              <a:gd name="connsiteX50" fmla="*/ 740474 w 1225647"/>
              <a:gd name="connsiteY50" fmla="*/ 111595 h 288055"/>
              <a:gd name="connsiteX51" fmla="*/ 713397 w 1225647"/>
              <a:gd name="connsiteY51" fmla="*/ 111595 h 288055"/>
              <a:gd name="connsiteX52" fmla="*/ 713397 w 1225647"/>
              <a:gd name="connsiteY52" fmla="*/ 98951 h 288055"/>
              <a:gd name="connsiteX53" fmla="*/ 781918 w 1225647"/>
              <a:gd name="connsiteY53" fmla="*/ 98951 h 288055"/>
              <a:gd name="connsiteX54" fmla="*/ 781918 w 1225647"/>
              <a:gd name="connsiteY54" fmla="*/ 111595 h 288055"/>
              <a:gd name="connsiteX55" fmla="*/ 754841 w 1225647"/>
              <a:gd name="connsiteY55" fmla="*/ 111595 h 288055"/>
              <a:gd name="connsiteX56" fmla="*/ 754841 w 1225647"/>
              <a:gd name="connsiteY56" fmla="*/ 189104 h 288055"/>
              <a:gd name="connsiteX57" fmla="*/ 740474 w 1225647"/>
              <a:gd name="connsiteY57" fmla="*/ 189104 h 288055"/>
              <a:gd name="connsiteX58" fmla="*/ 740474 w 1225647"/>
              <a:gd name="connsiteY58" fmla="*/ 111595 h 288055"/>
              <a:gd name="connsiteX59" fmla="*/ 822257 w 1225647"/>
              <a:gd name="connsiteY59" fmla="*/ 98951 h 288055"/>
              <a:gd name="connsiteX60" fmla="*/ 836624 w 1225647"/>
              <a:gd name="connsiteY60" fmla="*/ 98951 h 288055"/>
              <a:gd name="connsiteX61" fmla="*/ 836624 w 1225647"/>
              <a:gd name="connsiteY61" fmla="*/ 176461 h 288055"/>
              <a:gd name="connsiteX62" fmla="*/ 876963 w 1225647"/>
              <a:gd name="connsiteY62" fmla="*/ 176461 h 288055"/>
              <a:gd name="connsiteX63" fmla="*/ 876963 w 1225647"/>
              <a:gd name="connsiteY63" fmla="*/ 189104 h 288055"/>
              <a:gd name="connsiteX64" fmla="*/ 822257 w 1225647"/>
              <a:gd name="connsiteY64" fmla="*/ 189104 h 288055"/>
              <a:gd name="connsiteX65" fmla="*/ 822257 w 1225647"/>
              <a:gd name="connsiteY65" fmla="*/ 98951 h 288055"/>
              <a:gd name="connsiteX66" fmla="*/ 969799 w 1225647"/>
              <a:gd name="connsiteY66" fmla="*/ 172613 h 288055"/>
              <a:gd name="connsiteX67" fmla="*/ 932775 w 1225647"/>
              <a:gd name="connsiteY67" fmla="*/ 172613 h 288055"/>
              <a:gd name="connsiteX68" fmla="*/ 925591 w 1225647"/>
              <a:gd name="connsiteY68" fmla="*/ 189654 h 288055"/>
              <a:gd name="connsiteX69" fmla="*/ 911224 w 1225647"/>
              <a:gd name="connsiteY69" fmla="*/ 189654 h 288055"/>
              <a:gd name="connsiteX70" fmla="*/ 951010 w 1225647"/>
              <a:gd name="connsiteY70" fmla="*/ 97852 h 288055"/>
              <a:gd name="connsiteX71" fmla="*/ 951563 w 1225647"/>
              <a:gd name="connsiteY71" fmla="*/ 97852 h 288055"/>
              <a:gd name="connsiteX72" fmla="*/ 991902 w 1225647"/>
              <a:gd name="connsiteY72" fmla="*/ 189654 h 288055"/>
              <a:gd name="connsiteX73" fmla="*/ 976430 w 1225647"/>
              <a:gd name="connsiteY73" fmla="*/ 189654 h 288055"/>
              <a:gd name="connsiteX74" fmla="*/ 969799 w 1225647"/>
              <a:gd name="connsiteY74" fmla="*/ 172613 h 288055"/>
              <a:gd name="connsiteX75" fmla="*/ 938301 w 1225647"/>
              <a:gd name="connsiteY75" fmla="*/ 159969 h 288055"/>
              <a:gd name="connsiteX76" fmla="*/ 964825 w 1225647"/>
              <a:gd name="connsiteY76" fmla="*/ 159969 h 288055"/>
              <a:gd name="connsiteX77" fmla="*/ 951563 w 1225647"/>
              <a:gd name="connsiteY77" fmla="*/ 128636 h 288055"/>
              <a:gd name="connsiteX78" fmla="*/ 938301 w 1225647"/>
              <a:gd name="connsiteY78" fmla="*/ 159969 h 288055"/>
              <a:gd name="connsiteX79" fmla="*/ 1045503 w 1225647"/>
              <a:gd name="connsiteY79" fmla="*/ 129735 h 288055"/>
              <a:gd name="connsiteX80" fmla="*/ 1045503 w 1225647"/>
              <a:gd name="connsiteY80" fmla="*/ 189104 h 288055"/>
              <a:gd name="connsiteX81" fmla="*/ 1032241 w 1225647"/>
              <a:gd name="connsiteY81" fmla="*/ 189104 h 288055"/>
              <a:gd name="connsiteX82" fmla="*/ 1032241 w 1225647"/>
              <a:gd name="connsiteY82" fmla="*/ 97852 h 288055"/>
              <a:gd name="connsiteX83" fmla="*/ 1033346 w 1225647"/>
              <a:gd name="connsiteY83" fmla="*/ 97852 h 288055"/>
              <a:gd name="connsiteX84" fmla="*/ 1091921 w 1225647"/>
              <a:gd name="connsiteY84" fmla="*/ 158320 h 288055"/>
              <a:gd name="connsiteX85" fmla="*/ 1091921 w 1225647"/>
              <a:gd name="connsiteY85" fmla="*/ 98951 h 288055"/>
              <a:gd name="connsiteX86" fmla="*/ 1105183 w 1225647"/>
              <a:gd name="connsiteY86" fmla="*/ 98951 h 288055"/>
              <a:gd name="connsiteX87" fmla="*/ 1105183 w 1225647"/>
              <a:gd name="connsiteY87" fmla="*/ 190204 h 288055"/>
              <a:gd name="connsiteX88" fmla="*/ 1104078 w 1225647"/>
              <a:gd name="connsiteY88" fmla="*/ 190204 h 288055"/>
              <a:gd name="connsiteX89" fmla="*/ 1045503 w 1225647"/>
              <a:gd name="connsiteY89" fmla="*/ 129735 h 288055"/>
              <a:gd name="connsiteX90" fmla="*/ 1151601 w 1225647"/>
              <a:gd name="connsiteY90" fmla="*/ 98951 h 288055"/>
              <a:gd name="connsiteX91" fmla="*/ 1177572 w 1225647"/>
              <a:gd name="connsiteY91" fmla="*/ 98951 h 288055"/>
              <a:gd name="connsiteX92" fmla="*/ 1225648 w 1225647"/>
              <a:gd name="connsiteY92" fmla="*/ 144028 h 288055"/>
              <a:gd name="connsiteX93" fmla="*/ 1177572 w 1225647"/>
              <a:gd name="connsiteY93" fmla="*/ 189104 h 288055"/>
              <a:gd name="connsiteX94" fmla="*/ 1151601 w 1225647"/>
              <a:gd name="connsiteY94" fmla="*/ 189104 h 288055"/>
              <a:gd name="connsiteX95" fmla="*/ 1151601 w 1225647"/>
              <a:gd name="connsiteY95" fmla="*/ 98951 h 288055"/>
              <a:gd name="connsiteX96" fmla="*/ 1176467 w 1225647"/>
              <a:gd name="connsiteY96" fmla="*/ 176461 h 288055"/>
              <a:gd name="connsiteX97" fmla="*/ 1210728 w 1225647"/>
              <a:gd name="connsiteY97" fmla="*/ 144028 h 288055"/>
              <a:gd name="connsiteX98" fmla="*/ 1176467 w 1225647"/>
              <a:gd name="connsiteY98" fmla="*/ 111595 h 288055"/>
              <a:gd name="connsiteX99" fmla="*/ 1165968 w 1225647"/>
              <a:gd name="connsiteY99" fmla="*/ 111595 h 288055"/>
              <a:gd name="connsiteX100" fmla="*/ 1165968 w 1225647"/>
              <a:gd name="connsiteY100" fmla="*/ 176461 h 288055"/>
              <a:gd name="connsiteX101" fmla="*/ 1176467 w 1225647"/>
              <a:gd name="connsiteY101" fmla="*/ 176461 h 2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25647" h="288055">
                <a:moveTo>
                  <a:pt x="290113" y="142928"/>
                </a:moveTo>
                <a:cubicBezTo>
                  <a:pt x="290666" y="222636"/>
                  <a:pt x="226565" y="287502"/>
                  <a:pt x="146440" y="288052"/>
                </a:cubicBezTo>
                <a:cubicBezTo>
                  <a:pt x="66314" y="288602"/>
                  <a:pt x="1109" y="224286"/>
                  <a:pt x="4" y="145127"/>
                </a:cubicBezTo>
                <a:cubicBezTo>
                  <a:pt x="-549" y="65419"/>
                  <a:pt x="64104" y="553"/>
                  <a:pt x="143677" y="4"/>
                </a:cubicBezTo>
                <a:cubicBezTo>
                  <a:pt x="144229" y="4"/>
                  <a:pt x="144229" y="4"/>
                  <a:pt x="144782" y="4"/>
                </a:cubicBezTo>
                <a:cubicBezTo>
                  <a:pt x="224908" y="-546"/>
                  <a:pt x="289561" y="63220"/>
                  <a:pt x="290113" y="142928"/>
                </a:cubicBezTo>
                <a:moveTo>
                  <a:pt x="358634" y="144028"/>
                </a:moveTo>
                <a:cubicBezTo>
                  <a:pt x="358082" y="118741"/>
                  <a:pt x="378528" y="98402"/>
                  <a:pt x="403394" y="97852"/>
                </a:cubicBezTo>
                <a:cubicBezTo>
                  <a:pt x="403947" y="97852"/>
                  <a:pt x="404499" y="97852"/>
                  <a:pt x="405052" y="97852"/>
                </a:cubicBezTo>
                <a:cubicBezTo>
                  <a:pt x="419419" y="97302"/>
                  <a:pt x="433234" y="103899"/>
                  <a:pt x="441523" y="115443"/>
                </a:cubicBezTo>
                <a:lnTo>
                  <a:pt x="430471" y="123139"/>
                </a:lnTo>
                <a:cubicBezTo>
                  <a:pt x="424392" y="114893"/>
                  <a:pt x="414446" y="109946"/>
                  <a:pt x="404499" y="111045"/>
                </a:cubicBezTo>
                <a:cubicBezTo>
                  <a:pt x="386264" y="111045"/>
                  <a:pt x="373002" y="125338"/>
                  <a:pt x="373002" y="144578"/>
                </a:cubicBezTo>
                <a:cubicBezTo>
                  <a:pt x="371896" y="162168"/>
                  <a:pt x="385159" y="177010"/>
                  <a:pt x="402841" y="178110"/>
                </a:cubicBezTo>
                <a:cubicBezTo>
                  <a:pt x="403394" y="178110"/>
                  <a:pt x="404499" y="178110"/>
                  <a:pt x="405052" y="178110"/>
                </a:cubicBezTo>
                <a:cubicBezTo>
                  <a:pt x="416104" y="178660"/>
                  <a:pt x="426050" y="173712"/>
                  <a:pt x="432681" y="164917"/>
                </a:cubicBezTo>
                <a:lnTo>
                  <a:pt x="443733" y="172613"/>
                </a:lnTo>
                <a:cubicBezTo>
                  <a:pt x="427708" y="193502"/>
                  <a:pt x="397868" y="197350"/>
                  <a:pt x="376870" y="181408"/>
                </a:cubicBezTo>
                <a:cubicBezTo>
                  <a:pt x="365818" y="172063"/>
                  <a:pt x="359187" y="158320"/>
                  <a:pt x="358634" y="144028"/>
                </a:cubicBezTo>
                <a:moveTo>
                  <a:pt x="478546" y="144028"/>
                </a:moveTo>
                <a:cubicBezTo>
                  <a:pt x="477994" y="118191"/>
                  <a:pt x="498992" y="96753"/>
                  <a:pt x="524964" y="96203"/>
                </a:cubicBezTo>
                <a:cubicBezTo>
                  <a:pt x="550936" y="95653"/>
                  <a:pt x="572487" y="116542"/>
                  <a:pt x="573039" y="142379"/>
                </a:cubicBezTo>
                <a:cubicBezTo>
                  <a:pt x="573592" y="168215"/>
                  <a:pt x="552593" y="189654"/>
                  <a:pt x="526622" y="190204"/>
                </a:cubicBezTo>
                <a:cubicBezTo>
                  <a:pt x="526622" y="190204"/>
                  <a:pt x="526069" y="190204"/>
                  <a:pt x="526069" y="190204"/>
                </a:cubicBezTo>
                <a:cubicBezTo>
                  <a:pt x="500650" y="190753"/>
                  <a:pt x="479651" y="170964"/>
                  <a:pt x="479099" y="145677"/>
                </a:cubicBezTo>
                <a:cubicBezTo>
                  <a:pt x="478546" y="145127"/>
                  <a:pt x="478546" y="144578"/>
                  <a:pt x="478546" y="144028"/>
                </a:cubicBezTo>
                <a:moveTo>
                  <a:pt x="558119" y="144028"/>
                </a:moveTo>
                <a:cubicBezTo>
                  <a:pt x="558119" y="126437"/>
                  <a:pt x="543752" y="112145"/>
                  <a:pt x="526069" y="112145"/>
                </a:cubicBezTo>
                <a:cubicBezTo>
                  <a:pt x="508386" y="112145"/>
                  <a:pt x="494019" y="126437"/>
                  <a:pt x="494019" y="144028"/>
                </a:cubicBezTo>
                <a:cubicBezTo>
                  <a:pt x="494019" y="144028"/>
                  <a:pt x="494019" y="144028"/>
                  <a:pt x="494019" y="144028"/>
                </a:cubicBezTo>
                <a:cubicBezTo>
                  <a:pt x="494019" y="161619"/>
                  <a:pt x="508386" y="175911"/>
                  <a:pt x="526069" y="175911"/>
                </a:cubicBezTo>
                <a:cubicBezTo>
                  <a:pt x="543199" y="176461"/>
                  <a:pt x="558119" y="161619"/>
                  <a:pt x="558119" y="144028"/>
                </a:cubicBezTo>
                <a:cubicBezTo>
                  <a:pt x="558119" y="144028"/>
                  <a:pt x="558119" y="144028"/>
                  <a:pt x="558119" y="144028"/>
                </a:cubicBezTo>
                <a:moveTo>
                  <a:pt x="629956" y="189104"/>
                </a:moveTo>
                <a:lnTo>
                  <a:pt x="615588" y="189104"/>
                </a:lnTo>
                <a:lnTo>
                  <a:pt x="615588" y="98951"/>
                </a:lnTo>
                <a:lnTo>
                  <a:pt x="644876" y="98951"/>
                </a:lnTo>
                <a:cubicBezTo>
                  <a:pt x="666427" y="98951"/>
                  <a:pt x="678584" y="110495"/>
                  <a:pt x="678584" y="127536"/>
                </a:cubicBezTo>
                <a:cubicBezTo>
                  <a:pt x="679136" y="139080"/>
                  <a:pt x="671953" y="149525"/>
                  <a:pt x="660901" y="153373"/>
                </a:cubicBezTo>
                <a:lnTo>
                  <a:pt x="683004" y="189104"/>
                </a:lnTo>
                <a:lnTo>
                  <a:pt x="667532" y="189104"/>
                </a:lnTo>
                <a:lnTo>
                  <a:pt x="647086" y="155572"/>
                </a:lnTo>
                <a:lnTo>
                  <a:pt x="630508" y="155572"/>
                </a:lnTo>
                <a:lnTo>
                  <a:pt x="629956" y="189104"/>
                </a:lnTo>
                <a:close/>
                <a:moveTo>
                  <a:pt x="644323" y="143478"/>
                </a:moveTo>
                <a:cubicBezTo>
                  <a:pt x="658138" y="143478"/>
                  <a:pt x="663664" y="137981"/>
                  <a:pt x="663664" y="127536"/>
                </a:cubicBezTo>
                <a:cubicBezTo>
                  <a:pt x="663664" y="117092"/>
                  <a:pt x="658138" y="111595"/>
                  <a:pt x="644323" y="111595"/>
                </a:cubicBezTo>
                <a:lnTo>
                  <a:pt x="629956" y="111595"/>
                </a:lnTo>
                <a:lnTo>
                  <a:pt x="629956" y="143478"/>
                </a:lnTo>
                <a:lnTo>
                  <a:pt x="644323" y="143478"/>
                </a:lnTo>
                <a:close/>
                <a:moveTo>
                  <a:pt x="740474" y="111595"/>
                </a:moveTo>
                <a:lnTo>
                  <a:pt x="713397" y="111595"/>
                </a:lnTo>
                <a:lnTo>
                  <a:pt x="713397" y="98951"/>
                </a:lnTo>
                <a:lnTo>
                  <a:pt x="781918" y="98951"/>
                </a:lnTo>
                <a:lnTo>
                  <a:pt x="781918" y="111595"/>
                </a:lnTo>
                <a:lnTo>
                  <a:pt x="754841" y="111595"/>
                </a:lnTo>
                <a:lnTo>
                  <a:pt x="754841" y="189104"/>
                </a:lnTo>
                <a:lnTo>
                  <a:pt x="740474" y="189104"/>
                </a:lnTo>
                <a:lnTo>
                  <a:pt x="740474" y="111595"/>
                </a:lnTo>
                <a:close/>
                <a:moveTo>
                  <a:pt x="822257" y="98951"/>
                </a:moveTo>
                <a:lnTo>
                  <a:pt x="836624" y="98951"/>
                </a:lnTo>
                <a:lnTo>
                  <a:pt x="836624" y="176461"/>
                </a:lnTo>
                <a:lnTo>
                  <a:pt x="876963" y="176461"/>
                </a:lnTo>
                <a:lnTo>
                  <a:pt x="876963" y="189104"/>
                </a:lnTo>
                <a:lnTo>
                  <a:pt x="822257" y="189104"/>
                </a:lnTo>
                <a:lnTo>
                  <a:pt x="822257" y="98951"/>
                </a:lnTo>
                <a:close/>
                <a:moveTo>
                  <a:pt x="969799" y="172613"/>
                </a:moveTo>
                <a:lnTo>
                  <a:pt x="932775" y="172613"/>
                </a:lnTo>
                <a:lnTo>
                  <a:pt x="925591" y="189654"/>
                </a:lnTo>
                <a:lnTo>
                  <a:pt x="911224" y="189654"/>
                </a:lnTo>
                <a:lnTo>
                  <a:pt x="951010" y="97852"/>
                </a:lnTo>
                <a:lnTo>
                  <a:pt x="951563" y="97852"/>
                </a:lnTo>
                <a:lnTo>
                  <a:pt x="991902" y="189654"/>
                </a:lnTo>
                <a:lnTo>
                  <a:pt x="976430" y="189654"/>
                </a:lnTo>
                <a:lnTo>
                  <a:pt x="969799" y="172613"/>
                </a:lnTo>
                <a:close/>
                <a:moveTo>
                  <a:pt x="938301" y="159969"/>
                </a:moveTo>
                <a:lnTo>
                  <a:pt x="964825" y="159969"/>
                </a:lnTo>
                <a:lnTo>
                  <a:pt x="951563" y="128636"/>
                </a:lnTo>
                <a:lnTo>
                  <a:pt x="938301" y="159969"/>
                </a:lnTo>
                <a:close/>
                <a:moveTo>
                  <a:pt x="1045503" y="129735"/>
                </a:moveTo>
                <a:lnTo>
                  <a:pt x="1045503" y="189104"/>
                </a:lnTo>
                <a:lnTo>
                  <a:pt x="1032241" y="189104"/>
                </a:lnTo>
                <a:lnTo>
                  <a:pt x="1032241" y="97852"/>
                </a:lnTo>
                <a:lnTo>
                  <a:pt x="1033346" y="97852"/>
                </a:lnTo>
                <a:lnTo>
                  <a:pt x="1091921" y="158320"/>
                </a:lnTo>
                <a:lnTo>
                  <a:pt x="1091921" y="98951"/>
                </a:lnTo>
                <a:lnTo>
                  <a:pt x="1105183" y="98951"/>
                </a:lnTo>
                <a:lnTo>
                  <a:pt x="1105183" y="190204"/>
                </a:lnTo>
                <a:lnTo>
                  <a:pt x="1104078" y="190204"/>
                </a:lnTo>
                <a:lnTo>
                  <a:pt x="1045503" y="129735"/>
                </a:lnTo>
                <a:close/>
                <a:moveTo>
                  <a:pt x="1151601" y="98951"/>
                </a:moveTo>
                <a:lnTo>
                  <a:pt x="1177572" y="98951"/>
                </a:lnTo>
                <a:cubicBezTo>
                  <a:pt x="1207412" y="98951"/>
                  <a:pt x="1225648" y="117642"/>
                  <a:pt x="1225648" y="144028"/>
                </a:cubicBezTo>
                <a:cubicBezTo>
                  <a:pt x="1225648" y="170414"/>
                  <a:pt x="1207412" y="189104"/>
                  <a:pt x="1177572" y="189104"/>
                </a:cubicBezTo>
                <a:lnTo>
                  <a:pt x="1151601" y="189104"/>
                </a:lnTo>
                <a:lnTo>
                  <a:pt x="1151601" y="98951"/>
                </a:lnTo>
                <a:close/>
                <a:moveTo>
                  <a:pt x="1176467" y="176461"/>
                </a:moveTo>
                <a:cubicBezTo>
                  <a:pt x="1200228" y="176461"/>
                  <a:pt x="1210728" y="163268"/>
                  <a:pt x="1210728" y="144028"/>
                </a:cubicBezTo>
                <a:cubicBezTo>
                  <a:pt x="1210728" y="124788"/>
                  <a:pt x="1200228" y="111595"/>
                  <a:pt x="1176467" y="111595"/>
                </a:cubicBezTo>
                <a:lnTo>
                  <a:pt x="1165968" y="111595"/>
                </a:lnTo>
                <a:lnTo>
                  <a:pt x="1165968" y="176461"/>
                </a:lnTo>
                <a:lnTo>
                  <a:pt x="1176467" y="176461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CF28F-0531-4660-9B5D-F9056FDDF440}"/>
              </a:ext>
            </a:extLst>
          </p:cNvPr>
          <p:cNvSpPr>
            <a:spLocks/>
          </p:cNvSpPr>
          <p:nvPr userDrawn="1"/>
        </p:nvSpPr>
        <p:spPr>
          <a:xfrm>
            <a:off x="3733654" y="2771776"/>
            <a:ext cx="1338468" cy="1314450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B215868-7A15-4E63-B576-78880CE04FFD}"/>
              </a:ext>
            </a:extLst>
          </p:cNvPr>
          <p:cNvSpPr>
            <a:spLocks/>
          </p:cNvSpPr>
          <p:nvPr userDrawn="1"/>
        </p:nvSpPr>
        <p:spPr>
          <a:xfrm>
            <a:off x="3842361" y="2878532"/>
            <a:ext cx="1121054" cy="1100937"/>
          </a:xfrm>
          <a:custGeom>
            <a:avLst/>
            <a:gdLst>
              <a:gd name="connsiteX0" fmla="*/ 142100 w 307338"/>
              <a:gd name="connsiteY0" fmla="*/ 249019 h 300142"/>
              <a:gd name="connsiteX1" fmla="*/ 54791 w 307338"/>
              <a:gd name="connsiteY1" fmla="*/ 137977 h 300142"/>
              <a:gd name="connsiteX2" fmla="*/ 142100 w 307338"/>
              <a:gd name="connsiteY2" fmla="*/ 51123 h 300142"/>
              <a:gd name="connsiteX3" fmla="*/ 142100 w 307338"/>
              <a:gd name="connsiteY3" fmla="*/ 69813 h 300142"/>
              <a:gd name="connsiteX4" fmla="*/ 73579 w 307338"/>
              <a:gd name="connsiteY4" fmla="*/ 162714 h 300142"/>
              <a:gd name="connsiteX5" fmla="*/ 142100 w 307338"/>
              <a:gd name="connsiteY5" fmla="*/ 230879 h 300142"/>
              <a:gd name="connsiteX6" fmla="*/ 142100 w 307338"/>
              <a:gd name="connsiteY6" fmla="*/ 249019 h 300142"/>
              <a:gd name="connsiteX7" fmla="*/ 155362 w 307338"/>
              <a:gd name="connsiteY7" fmla="*/ 18140 h 300142"/>
              <a:gd name="connsiteX8" fmla="*/ 149284 w 307338"/>
              <a:gd name="connsiteY8" fmla="*/ 18140 h 300142"/>
              <a:gd name="connsiteX9" fmla="*/ 23846 w 307338"/>
              <a:gd name="connsiteY9" fmla="*/ 156668 h 300142"/>
              <a:gd name="connsiteX10" fmla="*/ 147074 w 307338"/>
              <a:gd name="connsiteY10" fmla="*/ 281452 h 300142"/>
              <a:gd name="connsiteX11" fmla="*/ 155362 w 307338"/>
              <a:gd name="connsiteY11" fmla="*/ 281452 h 300142"/>
              <a:gd name="connsiteX12" fmla="*/ 167519 w 307338"/>
              <a:gd name="connsiteY12" fmla="*/ 280902 h 300142"/>
              <a:gd name="connsiteX13" fmla="*/ 169730 w 307338"/>
              <a:gd name="connsiteY13" fmla="*/ 280902 h 300142"/>
              <a:gd name="connsiteX14" fmla="*/ 169730 w 307338"/>
              <a:gd name="connsiteY14" fmla="*/ 230329 h 300142"/>
              <a:gd name="connsiteX15" fmla="*/ 174703 w 307338"/>
              <a:gd name="connsiteY15" fmla="*/ 229229 h 300142"/>
              <a:gd name="connsiteX16" fmla="*/ 179124 w 307338"/>
              <a:gd name="connsiteY16" fmla="*/ 228130 h 300142"/>
              <a:gd name="connsiteX17" fmla="*/ 235488 w 307338"/>
              <a:gd name="connsiteY17" fmla="*/ 127533 h 300142"/>
              <a:gd name="connsiteX18" fmla="*/ 169730 w 307338"/>
              <a:gd name="connsiteY18" fmla="*/ 69264 h 300142"/>
              <a:gd name="connsiteX19" fmla="*/ 169730 w 307338"/>
              <a:gd name="connsiteY19" fmla="*/ 51123 h 300142"/>
              <a:gd name="connsiteX20" fmla="*/ 256486 w 307338"/>
              <a:gd name="connsiteY20" fmla="*/ 163264 h 300142"/>
              <a:gd name="connsiteX21" fmla="*/ 190728 w 307338"/>
              <a:gd name="connsiteY21" fmla="*/ 244621 h 300142"/>
              <a:gd name="connsiteX22" fmla="*/ 189070 w 307338"/>
              <a:gd name="connsiteY22" fmla="*/ 245171 h 300142"/>
              <a:gd name="connsiteX23" fmla="*/ 189070 w 307338"/>
              <a:gd name="connsiteY23" fmla="*/ 278154 h 300142"/>
              <a:gd name="connsiteX24" fmla="*/ 190176 w 307338"/>
              <a:gd name="connsiteY24" fmla="*/ 278154 h 300142"/>
              <a:gd name="connsiteX25" fmla="*/ 191281 w 307338"/>
              <a:gd name="connsiteY25" fmla="*/ 277604 h 300142"/>
              <a:gd name="connsiteX26" fmla="*/ 283563 w 307338"/>
              <a:gd name="connsiteY26" fmla="*/ 114890 h 300142"/>
              <a:gd name="connsiteX27" fmla="*/ 160336 w 307338"/>
              <a:gd name="connsiteY27" fmla="*/ 18140 h 300142"/>
              <a:gd name="connsiteX28" fmla="*/ 155362 w 307338"/>
              <a:gd name="connsiteY28" fmla="*/ 18140 h 300142"/>
              <a:gd name="connsiteX29" fmla="*/ 155362 w 307338"/>
              <a:gd name="connsiteY29" fmla="*/ 300142 h 300142"/>
              <a:gd name="connsiteX30" fmla="*/ 145416 w 307338"/>
              <a:gd name="connsiteY30" fmla="*/ 299592 h 300142"/>
              <a:gd name="connsiteX31" fmla="*/ 85 w 307338"/>
              <a:gd name="connsiteY31" fmla="*/ 144574 h 300142"/>
              <a:gd name="connsiteX32" fmla="*/ 148731 w 307338"/>
              <a:gd name="connsiteY32" fmla="*/ 0 h 300142"/>
              <a:gd name="connsiteX33" fmla="*/ 155362 w 307338"/>
              <a:gd name="connsiteY33" fmla="*/ 0 h 300142"/>
              <a:gd name="connsiteX34" fmla="*/ 160888 w 307338"/>
              <a:gd name="connsiteY34" fmla="*/ 0 h 300142"/>
              <a:gd name="connsiteX35" fmla="*/ 264775 w 307338"/>
              <a:gd name="connsiteY35" fmla="*/ 45626 h 300142"/>
              <a:gd name="connsiteX36" fmla="*/ 307325 w 307338"/>
              <a:gd name="connsiteY36" fmla="*/ 150071 h 300142"/>
              <a:gd name="connsiteX37" fmla="*/ 173598 w 307338"/>
              <a:gd name="connsiteY37" fmla="*/ 299043 h 300142"/>
              <a:gd name="connsiteX38" fmla="*/ 155362 w 307338"/>
              <a:gd name="connsiteY38" fmla="*/ 300142 h 300142"/>
              <a:gd name="connsiteX39" fmla="*/ 155362 w 307338"/>
              <a:gd name="connsiteY39" fmla="*/ 300142 h 30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7338" h="300142">
                <a:moveTo>
                  <a:pt x="142100" y="249019"/>
                </a:moveTo>
                <a:cubicBezTo>
                  <a:pt x="86841" y="242423"/>
                  <a:pt x="48160" y="192399"/>
                  <a:pt x="54791" y="137977"/>
                </a:cubicBezTo>
                <a:cubicBezTo>
                  <a:pt x="60317" y="92351"/>
                  <a:pt x="96235" y="56620"/>
                  <a:pt x="142100" y="51123"/>
                </a:cubicBezTo>
                <a:lnTo>
                  <a:pt x="142100" y="69813"/>
                </a:lnTo>
                <a:cubicBezTo>
                  <a:pt x="97340" y="76960"/>
                  <a:pt x="66395" y="118188"/>
                  <a:pt x="73579" y="162714"/>
                </a:cubicBezTo>
                <a:cubicBezTo>
                  <a:pt x="79105" y="197896"/>
                  <a:pt x="106734" y="225381"/>
                  <a:pt x="142100" y="230879"/>
                </a:cubicBezTo>
                <a:lnTo>
                  <a:pt x="142100" y="249019"/>
                </a:lnTo>
                <a:close/>
                <a:moveTo>
                  <a:pt x="155362" y="18140"/>
                </a:moveTo>
                <a:cubicBezTo>
                  <a:pt x="153152" y="18140"/>
                  <a:pt x="151494" y="18140"/>
                  <a:pt x="149284" y="18140"/>
                </a:cubicBezTo>
                <a:cubicBezTo>
                  <a:pt x="76342" y="21988"/>
                  <a:pt x="19978" y="84106"/>
                  <a:pt x="23846" y="156668"/>
                </a:cubicBezTo>
                <a:cubicBezTo>
                  <a:pt x="27162" y="223183"/>
                  <a:pt x="80210" y="277054"/>
                  <a:pt x="147074" y="281452"/>
                </a:cubicBezTo>
                <a:lnTo>
                  <a:pt x="155362" y="281452"/>
                </a:lnTo>
                <a:cubicBezTo>
                  <a:pt x="159231" y="281452"/>
                  <a:pt x="163651" y="281452"/>
                  <a:pt x="167519" y="280902"/>
                </a:cubicBezTo>
                <a:lnTo>
                  <a:pt x="169730" y="280902"/>
                </a:lnTo>
                <a:lnTo>
                  <a:pt x="169730" y="230329"/>
                </a:lnTo>
                <a:cubicBezTo>
                  <a:pt x="169730" y="230329"/>
                  <a:pt x="172493" y="229779"/>
                  <a:pt x="174703" y="229229"/>
                </a:cubicBezTo>
                <a:lnTo>
                  <a:pt x="179124" y="228130"/>
                </a:lnTo>
                <a:cubicBezTo>
                  <a:pt x="222778" y="216036"/>
                  <a:pt x="247645" y="170410"/>
                  <a:pt x="235488" y="127533"/>
                </a:cubicBezTo>
                <a:cubicBezTo>
                  <a:pt x="226646" y="97299"/>
                  <a:pt x="201227" y="74211"/>
                  <a:pt x="169730" y="69264"/>
                </a:cubicBezTo>
                <a:lnTo>
                  <a:pt x="169730" y="51123"/>
                </a:lnTo>
                <a:cubicBezTo>
                  <a:pt x="224436" y="58269"/>
                  <a:pt x="263670" y="108293"/>
                  <a:pt x="256486" y="163264"/>
                </a:cubicBezTo>
                <a:cubicBezTo>
                  <a:pt x="251513" y="200644"/>
                  <a:pt x="226094" y="231978"/>
                  <a:pt x="190728" y="244621"/>
                </a:cubicBezTo>
                <a:lnTo>
                  <a:pt x="189070" y="245171"/>
                </a:lnTo>
                <a:lnTo>
                  <a:pt x="189070" y="278154"/>
                </a:lnTo>
                <a:lnTo>
                  <a:pt x="190176" y="278154"/>
                </a:lnTo>
                <a:lnTo>
                  <a:pt x="191281" y="277604"/>
                </a:lnTo>
                <a:cubicBezTo>
                  <a:pt x="262012" y="257814"/>
                  <a:pt x="302904" y="185253"/>
                  <a:pt x="283563" y="114890"/>
                </a:cubicBezTo>
                <a:cubicBezTo>
                  <a:pt x="267538" y="59369"/>
                  <a:pt x="217805" y="20339"/>
                  <a:pt x="160336" y="18140"/>
                </a:cubicBezTo>
                <a:lnTo>
                  <a:pt x="155362" y="18140"/>
                </a:lnTo>
                <a:close/>
                <a:moveTo>
                  <a:pt x="155362" y="300142"/>
                </a:moveTo>
                <a:cubicBezTo>
                  <a:pt x="152047" y="300142"/>
                  <a:pt x="148731" y="300142"/>
                  <a:pt x="145416" y="299592"/>
                </a:cubicBezTo>
                <a:cubicBezTo>
                  <a:pt x="62527" y="297394"/>
                  <a:pt x="-2678" y="227580"/>
                  <a:pt x="85" y="144574"/>
                </a:cubicBezTo>
                <a:cubicBezTo>
                  <a:pt x="2848" y="64866"/>
                  <a:pt x="68053" y="1099"/>
                  <a:pt x="148731" y="0"/>
                </a:cubicBezTo>
                <a:lnTo>
                  <a:pt x="155362" y="0"/>
                </a:lnTo>
                <a:lnTo>
                  <a:pt x="160888" y="0"/>
                </a:lnTo>
                <a:cubicBezTo>
                  <a:pt x="200122" y="1099"/>
                  <a:pt x="237698" y="17591"/>
                  <a:pt x="264775" y="45626"/>
                </a:cubicBezTo>
                <a:cubicBezTo>
                  <a:pt x="292405" y="73661"/>
                  <a:pt x="307877" y="111042"/>
                  <a:pt x="307325" y="150071"/>
                </a:cubicBezTo>
                <a:cubicBezTo>
                  <a:pt x="306772" y="226481"/>
                  <a:pt x="249303" y="290247"/>
                  <a:pt x="173598" y="299043"/>
                </a:cubicBezTo>
                <a:cubicBezTo>
                  <a:pt x="167519" y="300142"/>
                  <a:pt x="161441" y="300142"/>
                  <a:pt x="155362" y="300142"/>
                </a:cubicBezTo>
                <a:lnTo>
                  <a:pt x="155362" y="300142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835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5250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E24BC5-5847-4F66-9E46-49CDD69131B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974"/>
          <a:stretch>
            <a:fillRect/>
          </a:stretch>
        </p:blipFill>
        <p:spPr bwMode="ltGray">
          <a:xfrm>
            <a:off x="0" y="0"/>
            <a:ext cx="12192000" cy="355600"/>
          </a:xfrm>
          <a:custGeom>
            <a:avLst/>
            <a:gdLst>
              <a:gd name="connsiteX0" fmla="*/ 0 w 12192000"/>
              <a:gd name="connsiteY0" fmla="*/ 0 h 355600"/>
              <a:gd name="connsiteX1" fmla="*/ 12192000 w 12192000"/>
              <a:gd name="connsiteY1" fmla="*/ 0 h 355600"/>
              <a:gd name="connsiteX2" fmla="*/ 12192000 w 12192000"/>
              <a:gd name="connsiteY2" fmla="*/ 355600 h 355600"/>
              <a:gd name="connsiteX3" fmla="*/ 0 w 121920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5600">
                <a:moveTo>
                  <a:pt x="0" y="0"/>
                </a:moveTo>
                <a:lnTo>
                  <a:pt x="12192000" y="0"/>
                </a:lnTo>
                <a:lnTo>
                  <a:pt x="12192000" y="355600"/>
                </a:lnTo>
                <a:lnTo>
                  <a:pt x="0" y="355600"/>
                </a:lnTo>
                <a:close/>
              </a:path>
            </a:pathLst>
          </a:custGeom>
        </p:spPr>
      </p:pic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38E67D06-2A23-461E-8660-CE91F916415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11082528" cy="384721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7C23A92-1A57-4C4B-A846-23549B5BD46F}"/>
              </a:ext>
            </a:extLst>
          </p:cNvPr>
          <p:cNvPicPr>
            <a:picLocks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070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01569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B131F2-5E0C-40BE-BD6F-7EEC64B84DCC}"/>
              </a:ext>
            </a:extLst>
          </p:cNvPr>
          <p:cNvPicPr>
            <a:picLocks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-27293"/>
            <a:ext cx="12192000" cy="688529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DB4148C-E144-402C-821E-BC0D1F309B62}"/>
              </a:ext>
            </a:extLst>
          </p:cNvPr>
          <p:cNvSpPr/>
          <p:nvPr userDrawn="1"/>
        </p:nvSpPr>
        <p:spPr bwMode="ltGray">
          <a:xfrm rot="10800000" flipH="1">
            <a:off x="0" y="-27292"/>
            <a:ext cx="10082463" cy="6885292"/>
          </a:xfrm>
          <a:prstGeom prst="rect">
            <a:avLst/>
          </a:prstGeom>
          <a:gradFill flip="none" rotWithShape="1">
            <a:gsLst>
              <a:gs pos="57000">
                <a:srgbClr val="051C2C">
                  <a:alpha val="69000"/>
                </a:srgbClr>
              </a:gs>
              <a:gs pos="0">
                <a:srgbClr val="051C2C"/>
              </a:gs>
              <a:gs pos="100000">
                <a:srgbClr val="051C2C">
                  <a:alpha val="0"/>
                </a:srgbClr>
              </a:gs>
            </a:gsLst>
            <a:lin ang="0" scaled="1"/>
            <a:tileRect/>
          </a:gra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1" y="5934707"/>
            <a:ext cx="5665978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2" y="5059220"/>
            <a:ext cx="566597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51942" y="3445069"/>
            <a:ext cx="5665978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BA0A364-AB46-458F-8610-3EBAB5A6015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ltGray">
          <a:xfrm>
            <a:off x="551942" y="443314"/>
            <a:ext cx="2175309" cy="11672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B17D77-5EC2-4F13-B814-371248403572}"/>
              </a:ext>
            </a:extLst>
          </p:cNvPr>
          <p:cNvSpPr/>
          <p:nvPr userDrawn="1"/>
        </p:nvSpPr>
        <p:spPr>
          <a:xfrm>
            <a:off x="8530980" y="133869"/>
            <a:ext cx="3661020" cy="5632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FE760D-B1F7-46EE-99E5-70D1A1B5B77F}"/>
              </a:ext>
            </a:extLst>
          </p:cNvPr>
          <p:cNvSpPr txBox="1"/>
          <p:nvPr userDrawn="1"/>
        </p:nvSpPr>
        <p:spPr>
          <a:xfrm>
            <a:off x="8646486" y="236859"/>
            <a:ext cx="347814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RESIDENT EXPERIENCE</a:t>
            </a:r>
          </a:p>
        </p:txBody>
      </p:sp>
    </p:spTree>
    <p:extLst>
      <p:ext uri="{BB962C8B-B14F-4D97-AF65-F5344CB8AC3E}">
        <p14:creationId xmlns:p14="http://schemas.microsoft.com/office/powerpoint/2010/main" val="17663007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65143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83878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43869"/>
            <a:ext cx="110825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8743949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93919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spAutoFit/>
          </a:bodyPr>
          <a:lstStyle>
            <a:lvl1pPr>
              <a:lnSpc>
                <a:spcPct val="100000"/>
              </a:lnSpc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D9970F82-C6A9-46B2-AAEF-3E4CE2998411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5802559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9839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236640"/>
            <a:ext cx="5065776" cy="384721"/>
          </a:xfrm>
          <a:prstGeom prst="rect">
            <a:avLst/>
          </a:prstGeom>
        </p:spPr>
        <p:txBody>
          <a:bodyPr vert="horz" rIns="365760" anchor="ctr">
            <a:spAutoFit/>
          </a:bodyPr>
          <a:lstStyle>
            <a:lvl1pPr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0869EB27-5870-4E9F-8B30-DB0D30CD133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95139819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44733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3CB5CC-729D-42F9-9A25-C87DCED11849}"/>
              </a:ext>
            </a:extLst>
          </p:cNvPr>
          <p:cNvSpPr>
            <a:spLocks/>
          </p:cNvSpPr>
          <p:nvPr userDrawn="1"/>
        </p:nvSpPr>
        <p:spPr bwMode="ltGray">
          <a:xfrm>
            <a:off x="0" y="-11165"/>
            <a:ext cx="12192000" cy="6869165"/>
          </a:xfrm>
          <a:prstGeom prst="rect">
            <a:avLst/>
          </a:prstGeom>
          <a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ABE3587-F9D6-47E2-97D5-AB7DF4D889A9}"/>
              </a:ext>
            </a:extLst>
          </p:cNvPr>
          <p:cNvSpPr/>
          <p:nvPr userDrawn="1"/>
        </p:nvSpPr>
        <p:spPr bwMode="ltGray">
          <a:xfrm rot="5400000">
            <a:off x="-2513780" y="3176396"/>
            <a:ext cx="6866467" cy="496742"/>
          </a:xfrm>
          <a:custGeom>
            <a:avLst/>
            <a:gdLst>
              <a:gd name="connsiteX0" fmla="*/ 0 w 6866467"/>
              <a:gd name="connsiteY0" fmla="*/ 486932 h 496742"/>
              <a:gd name="connsiteX1" fmla="*/ 0 w 6866467"/>
              <a:gd name="connsiteY1" fmla="*/ 440728 h 496742"/>
              <a:gd name="connsiteX2" fmla="*/ 3429675 w 6866467"/>
              <a:gd name="connsiteY2" fmla="*/ 0 h 496742"/>
              <a:gd name="connsiteX3" fmla="*/ 6866467 w 6866467"/>
              <a:gd name="connsiteY3" fmla="*/ 450941 h 496742"/>
              <a:gd name="connsiteX4" fmla="*/ 6866467 w 6866467"/>
              <a:gd name="connsiteY4" fmla="*/ 496742 h 496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6467" h="496742">
                <a:moveTo>
                  <a:pt x="0" y="486932"/>
                </a:moveTo>
                <a:lnTo>
                  <a:pt x="0" y="440728"/>
                </a:lnTo>
                <a:lnTo>
                  <a:pt x="3429675" y="0"/>
                </a:lnTo>
                <a:lnTo>
                  <a:pt x="6866467" y="450941"/>
                </a:lnTo>
                <a:lnTo>
                  <a:pt x="6866467" y="49674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C19FC4-9EB8-45FA-A470-45257A5DF773}"/>
              </a:ext>
            </a:extLst>
          </p:cNvPr>
          <p:cNvSpPr/>
          <p:nvPr userDrawn="1"/>
        </p:nvSpPr>
        <p:spPr bwMode="ltGray">
          <a:xfrm rot="5400000">
            <a:off x="-3082307" y="3071142"/>
            <a:ext cx="6869165" cy="70455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 bwMode="ltGray">
          <a:xfrm>
            <a:off x="1953928" y="3090446"/>
            <a:ext cx="9683335" cy="677108"/>
          </a:xfrm>
        </p:spPr>
        <p:txBody>
          <a:bodyPr vert="horz" anchor="ctr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lt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 bwMode="ltGray">
          <a:xfrm>
            <a:off x="10831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B5C83F22-E5C9-4E8C-9385-C1C07BD9BC1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ltGray">
          <a:xfrm>
            <a:off x="10831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F0D304-827E-4A22-A825-43171D063E3D}"/>
              </a:ext>
            </a:extLst>
          </p:cNvPr>
          <p:cNvGrpSpPr/>
          <p:nvPr userDrawn="1"/>
        </p:nvGrpSpPr>
        <p:grpSpPr bwMode="ltGray">
          <a:xfrm>
            <a:off x="703665" y="2979335"/>
            <a:ext cx="920891" cy="899331"/>
            <a:chOff x="-2884309" y="-6789249"/>
            <a:chExt cx="5120077" cy="500020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AC87A78-9CA1-492B-A7BF-C35FDA405084}"/>
                </a:ext>
              </a:extLst>
            </p:cNvPr>
            <p:cNvSpPr/>
            <p:nvPr userDrawn="1"/>
          </p:nvSpPr>
          <p:spPr bwMode="ltGray">
            <a:xfrm>
              <a:off x="-2717252" y="-6651939"/>
              <a:ext cx="4833167" cy="4798850"/>
            </a:xfrm>
            <a:custGeom>
              <a:avLst/>
              <a:gdLst>
                <a:gd name="connsiteX0" fmla="*/ 2393568 w 4833167"/>
                <a:gd name="connsiteY0" fmla="*/ 59 h 4798850"/>
                <a:gd name="connsiteX1" fmla="*/ 2411980 w 4833167"/>
                <a:gd name="connsiteY1" fmla="*/ 59 h 4798850"/>
                <a:gd name="connsiteX2" fmla="*/ 4833108 w 4833167"/>
                <a:gd name="connsiteY2" fmla="*/ 2381110 h 4798850"/>
                <a:gd name="connsiteX3" fmla="*/ 2439597 w 4833167"/>
                <a:gd name="connsiteY3" fmla="*/ 4798792 h 4798850"/>
                <a:gd name="connsiteX4" fmla="*/ 59 w 4833167"/>
                <a:gd name="connsiteY4" fmla="*/ 2417741 h 4798850"/>
                <a:gd name="connsiteX5" fmla="*/ 2393568 w 4833167"/>
                <a:gd name="connsiteY5" fmla="*/ 59 h 479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33167" h="4798850">
                  <a:moveTo>
                    <a:pt x="2393568" y="59"/>
                  </a:moveTo>
                  <a:cubicBezTo>
                    <a:pt x="2402774" y="59"/>
                    <a:pt x="2402774" y="59"/>
                    <a:pt x="2411980" y="59"/>
                  </a:cubicBezTo>
                  <a:cubicBezTo>
                    <a:pt x="3746823" y="-9099"/>
                    <a:pt x="4823901" y="1053216"/>
                    <a:pt x="4833108" y="2381110"/>
                  </a:cubicBezTo>
                  <a:cubicBezTo>
                    <a:pt x="4842313" y="3709003"/>
                    <a:pt x="3774439" y="4789634"/>
                    <a:pt x="2439597" y="4798792"/>
                  </a:cubicBezTo>
                  <a:cubicBezTo>
                    <a:pt x="1104755" y="4807950"/>
                    <a:pt x="18469" y="3736477"/>
                    <a:pt x="59" y="2417741"/>
                  </a:cubicBezTo>
                  <a:cubicBezTo>
                    <a:pt x="-9148" y="1089847"/>
                    <a:pt x="1067931" y="9217"/>
                    <a:pt x="2393568" y="59"/>
                  </a:cubicBezTo>
                  <a:close/>
                </a:path>
              </a:pathLst>
            </a:custGeom>
            <a:solidFill>
              <a:srgbClr val="043074"/>
            </a:solidFill>
            <a:ln w="92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C6185CD-9B4A-4F1F-B466-12844866489D}"/>
                </a:ext>
              </a:extLst>
            </p:cNvPr>
            <p:cNvSpPr/>
            <p:nvPr/>
          </p:nvSpPr>
          <p:spPr bwMode="ltGray">
            <a:xfrm>
              <a:off x="-2884309" y="-6789249"/>
              <a:ext cx="5120077" cy="5000206"/>
            </a:xfrm>
            <a:custGeom>
              <a:avLst/>
              <a:gdLst>
                <a:gd name="connsiteX0" fmla="*/ 2367303 w 5120077"/>
                <a:gd name="connsiteY0" fmla="*/ 4148523 h 5000206"/>
                <a:gd name="connsiteX1" fmla="*/ 912785 w 5120077"/>
                <a:gd name="connsiteY1" fmla="*/ 2298630 h 5000206"/>
                <a:gd name="connsiteX2" fmla="*/ 2367303 w 5120077"/>
                <a:gd name="connsiteY2" fmla="*/ 851684 h 5000206"/>
                <a:gd name="connsiteX3" fmla="*/ 2367303 w 5120077"/>
                <a:gd name="connsiteY3" fmla="*/ 1163052 h 5000206"/>
                <a:gd name="connsiteX4" fmla="*/ 1225783 w 5120077"/>
                <a:gd name="connsiteY4" fmla="*/ 2710735 h 5000206"/>
                <a:gd name="connsiteX5" fmla="*/ 2367303 w 5120077"/>
                <a:gd name="connsiteY5" fmla="*/ 3846313 h 5000206"/>
                <a:gd name="connsiteX6" fmla="*/ 2367303 w 5120077"/>
                <a:gd name="connsiteY6" fmla="*/ 4148523 h 5000206"/>
                <a:gd name="connsiteX7" fmla="*/ 2588243 w 5120077"/>
                <a:gd name="connsiteY7" fmla="*/ 302210 h 5000206"/>
                <a:gd name="connsiteX8" fmla="*/ 2486979 w 5120077"/>
                <a:gd name="connsiteY8" fmla="*/ 302210 h 5000206"/>
                <a:gd name="connsiteX9" fmla="*/ 397260 w 5120077"/>
                <a:gd name="connsiteY9" fmla="*/ 2609998 h 5000206"/>
                <a:gd name="connsiteX10" fmla="*/ 2450156 w 5120077"/>
                <a:gd name="connsiteY10" fmla="*/ 4688839 h 5000206"/>
                <a:gd name="connsiteX11" fmla="*/ 2588243 w 5120077"/>
                <a:gd name="connsiteY11" fmla="*/ 4688839 h 5000206"/>
                <a:gd name="connsiteX12" fmla="*/ 2790770 w 5120077"/>
                <a:gd name="connsiteY12" fmla="*/ 4679681 h 5000206"/>
                <a:gd name="connsiteX13" fmla="*/ 2827594 w 5120077"/>
                <a:gd name="connsiteY13" fmla="*/ 4679681 h 5000206"/>
                <a:gd name="connsiteX14" fmla="*/ 2827594 w 5120077"/>
                <a:gd name="connsiteY14" fmla="*/ 3837155 h 5000206"/>
                <a:gd name="connsiteX15" fmla="*/ 2910446 w 5120077"/>
                <a:gd name="connsiteY15" fmla="*/ 3818839 h 5000206"/>
                <a:gd name="connsiteX16" fmla="*/ 2984093 w 5120077"/>
                <a:gd name="connsiteY16" fmla="*/ 3800523 h 5000206"/>
                <a:gd name="connsiteX17" fmla="*/ 3923085 w 5120077"/>
                <a:gd name="connsiteY17" fmla="*/ 2124630 h 5000206"/>
                <a:gd name="connsiteX18" fmla="*/ 2827594 w 5120077"/>
                <a:gd name="connsiteY18" fmla="*/ 1153894 h 5000206"/>
                <a:gd name="connsiteX19" fmla="*/ 2827594 w 5120077"/>
                <a:gd name="connsiteY19" fmla="*/ 851684 h 5000206"/>
                <a:gd name="connsiteX20" fmla="*/ 4272906 w 5120077"/>
                <a:gd name="connsiteY20" fmla="*/ 2719893 h 5000206"/>
                <a:gd name="connsiteX21" fmla="*/ 3177414 w 5120077"/>
                <a:gd name="connsiteY21" fmla="*/ 4075260 h 5000206"/>
                <a:gd name="connsiteX22" fmla="*/ 3149797 w 5120077"/>
                <a:gd name="connsiteY22" fmla="*/ 4084418 h 5000206"/>
                <a:gd name="connsiteX23" fmla="*/ 3149797 w 5120077"/>
                <a:gd name="connsiteY23" fmla="*/ 4633891 h 5000206"/>
                <a:gd name="connsiteX24" fmla="*/ 3168209 w 5120077"/>
                <a:gd name="connsiteY24" fmla="*/ 4633891 h 5000206"/>
                <a:gd name="connsiteX25" fmla="*/ 3186620 w 5120077"/>
                <a:gd name="connsiteY25" fmla="*/ 4624733 h 5000206"/>
                <a:gd name="connsiteX26" fmla="*/ 4723990 w 5120077"/>
                <a:gd name="connsiteY26" fmla="*/ 1913998 h 5000206"/>
                <a:gd name="connsiteX27" fmla="*/ 2671095 w 5120077"/>
                <a:gd name="connsiteY27" fmla="*/ 302210 h 5000206"/>
                <a:gd name="connsiteX28" fmla="*/ 2588243 w 5120077"/>
                <a:gd name="connsiteY28" fmla="*/ 302210 h 5000206"/>
                <a:gd name="connsiteX29" fmla="*/ 2588243 w 5120077"/>
                <a:gd name="connsiteY29" fmla="*/ 5000207 h 5000206"/>
                <a:gd name="connsiteX30" fmla="*/ 2422538 w 5120077"/>
                <a:gd name="connsiteY30" fmla="*/ 4991049 h 5000206"/>
                <a:gd name="connsiteX31" fmla="*/ 1410 w 5120077"/>
                <a:gd name="connsiteY31" fmla="*/ 2408524 h 5000206"/>
                <a:gd name="connsiteX32" fmla="*/ 2477773 w 5120077"/>
                <a:gd name="connsiteY32" fmla="*/ 0 h 5000206"/>
                <a:gd name="connsiteX33" fmla="*/ 2588243 w 5120077"/>
                <a:gd name="connsiteY33" fmla="*/ 0 h 5000206"/>
                <a:gd name="connsiteX34" fmla="*/ 2680301 w 5120077"/>
                <a:gd name="connsiteY34" fmla="*/ 0 h 5000206"/>
                <a:gd name="connsiteX35" fmla="*/ 4410993 w 5120077"/>
                <a:gd name="connsiteY35" fmla="*/ 760105 h 5000206"/>
                <a:gd name="connsiteX36" fmla="*/ 5119840 w 5120077"/>
                <a:gd name="connsiteY36" fmla="*/ 2500103 h 5000206"/>
                <a:gd name="connsiteX37" fmla="*/ 2892034 w 5120077"/>
                <a:gd name="connsiteY37" fmla="*/ 4981891 h 5000206"/>
                <a:gd name="connsiteX38" fmla="*/ 2588243 w 5120077"/>
                <a:gd name="connsiteY38" fmla="*/ 5000207 h 5000206"/>
                <a:gd name="connsiteX39" fmla="*/ 2588243 w 5120077"/>
                <a:gd name="connsiteY39" fmla="*/ 5000207 h 500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120077" h="5000206">
                  <a:moveTo>
                    <a:pt x="2367303" y="4148523"/>
                  </a:moveTo>
                  <a:cubicBezTo>
                    <a:pt x="1446722" y="4038628"/>
                    <a:pt x="802316" y="3205261"/>
                    <a:pt x="912785" y="2298630"/>
                  </a:cubicBezTo>
                  <a:cubicBezTo>
                    <a:pt x="1004844" y="1538525"/>
                    <a:pt x="1603221" y="943262"/>
                    <a:pt x="2367303" y="851684"/>
                  </a:cubicBezTo>
                  <a:lnTo>
                    <a:pt x="2367303" y="1163052"/>
                  </a:lnTo>
                  <a:cubicBezTo>
                    <a:pt x="1621633" y="1282104"/>
                    <a:pt x="1106107" y="1968946"/>
                    <a:pt x="1225783" y="2710735"/>
                  </a:cubicBezTo>
                  <a:cubicBezTo>
                    <a:pt x="1317841" y="3296840"/>
                    <a:pt x="1778131" y="3754734"/>
                    <a:pt x="2367303" y="3846313"/>
                  </a:cubicBezTo>
                  <a:lnTo>
                    <a:pt x="2367303" y="4148523"/>
                  </a:lnTo>
                  <a:close/>
                  <a:moveTo>
                    <a:pt x="2588243" y="302210"/>
                  </a:moveTo>
                  <a:cubicBezTo>
                    <a:pt x="2551419" y="302210"/>
                    <a:pt x="2523802" y="302210"/>
                    <a:pt x="2486979" y="302210"/>
                  </a:cubicBezTo>
                  <a:cubicBezTo>
                    <a:pt x="1271812" y="366316"/>
                    <a:pt x="332820" y="1401157"/>
                    <a:pt x="397260" y="2609998"/>
                  </a:cubicBezTo>
                  <a:cubicBezTo>
                    <a:pt x="452495" y="3718102"/>
                    <a:pt x="1336253" y="4615576"/>
                    <a:pt x="2450156" y="4688839"/>
                  </a:cubicBezTo>
                  <a:lnTo>
                    <a:pt x="2588243" y="4688839"/>
                  </a:lnTo>
                  <a:cubicBezTo>
                    <a:pt x="2652683" y="4688839"/>
                    <a:pt x="2726330" y="4688839"/>
                    <a:pt x="2790770" y="4679681"/>
                  </a:cubicBezTo>
                  <a:lnTo>
                    <a:pt x="2827594" y="4679681"/>
                  </a:lnTo>
                  <a:lnTo>
                    <a:pt x="2827594" y="3837155"/>
                  </a:lnTo>
                  <a:cubicBezTo>
                    <a:pt x="2827594" y="3837155"/>
                    <a:pt x="2873623" y="3827997"/>
                    <a:pt x="2910446" y="3818839"/>
                  </a:cubicBezTo>
                  <a:lnTo>
                    <a:pt x="2984093" y="3800523"/>
                  </a:lnTo>
                  <a:cubicBezTo>
                    <a:pt x="3711351" y="3599050"/>
                    <a:pt x="4125612" y="2838945"/>
                    <a:pt x="3923085" y="2124630"/>
                  </a:cubicBezTo>
                  <a:cubicBezTo>
                    <a:pt x="3775792" y="1620946"/>
                    <a:pt x="3352325" y="1236315"/>
                    <a:pt x="2827594" y="1153894"/>
                  </a:cubicBezTo>
                  <a:lnTo>
                    <a:pt x="2827594" y="851684"/>
                  </a:lnTo>
                  <a:cubicBezTo>
                    <a:pt x="3738968" y="970736"/>
                    <a:pt x="4392581" y="1804104"/>
                    <a:pt x="4272906" y="2719893"/>
                  </a:cubicBezTo>
                  <a:cubicBezTo>
                    <a:pt x="4190053" y="3342629"/>
                    <a:pt x="3766586" y="3864629"/>
                    <a:pt x="3177414" y="4075260"/>
                  </a:cubicBezTo>
                  <a:lnTo>
                    <a:pt x="3149797" y="4084418"/>
                  </a:lnTo>
                  <a:lnTo>
                    <a:pt x="3149797" y="4633891"/>
                  </a:lnTo>
                  <a:lnTo>
                    <a:pt x="3168209" y="4633891"/>
                  </a:lnTo>
                  <a:lnTo>
                    <a:pt x="3186620" y="4624733"/>
                  </a:lnTo>
                  <a:cubicBezTo>
                    <a:pt x="4364964" y="4295050"/>
                    <a:pt x="5046193" y="3086208"/>
                    <a:pt x="4723990" y="1913998"/>
                  </a:cubicBezTo>
                  <a:cubicBezTo>
                    <a:pt x="4457022" y="989052"/>
                    <a:pt x="3628499" y="338842"/>
                    <a:pt x="2671095" y="302210"/>
                  </a:cubicBezTo>
                  <a:lnTo>
                    <a:pt x="2588243" y="302210"/>
                  </a:lnTo>
                  <a:close/>
                  <a:moveTo>
                    <a:pt x="2588243" y="5000207"/>
                  </a:moveTo>
                  <a:cubicBezTo>
                    <a:pt x="2533008" y="5000207"/>
                    <a:pt x="2477773" y="5000207"/>
                    <a:pt x="2422538" y="4991049"/>
                  </a:cubicBezTo>
                  <a:cubicBezTo>
                    <a:pt x="1041667" y="4954417"/>
                    <a:pt x="-44619" y="3791366"/>
                    <a:pt x="1410" y="2408524"/>
                  </a:cubicBezTo>
                  <a:cubicBezTo>
                    <a:pt x="47439" y="1080631"/>
                    <a:pt x="1133725" y="18316"/>
                    <a:pt x="2477773" y="0"/>
                  </a:cubicBezTo>
                  <a:lnTo>
                    <a:pt x="2588243" y="0"/>
                  </a:lnTo>
                  <a:lnTo>
                    <a:pt x="2680301" y="0"/>
                  </a:lnTo>
                  <a:cubicBezTo>
                    <a:pt x="3333913" y="18316"/>
                    <a:pt x="3959908" y="293052"/>
                    <a:pt x="4410993" y="760105"/>
                  </a:cubicBezTo>
                  <a:cubicBezTo>
                    <a:pt x="4871283" y="1227157"/>
                    <a:pt x="5129046" y="1849893"/>
                    <a:pt x="5119840" y="2500103"/>
                  </a:cubicBezTo>
                  <a:cubicBezTo>
                    <a:pt x="5110634" y="3773050"/>
                    <a:pt x="4153230" y="4835365"/>
                    <a:pt x="2892034" y="4981891"/>
                  </a:cubicBezTo>
                  <a:cubicBezTo>
                    <a:pt x="2790770" y="5000207"/>
                    <a:pt x="2689507" y="5000207"/>
                    <a:pt x="2588243" y="5000207"/>
                  </a:cubicBezTo>
                  <a:lnTo>
                    <a:pt x="2588243" y="5000207"/>
                  </a:lnTo>
                  <a:close/>
                </a:path>
              </a:pathLst>
            </a:custGeom>
            <a:solidFill>
              <a:srgbClr val="A9C23F"/>
            </a:solidFill>
            <a:ln w="92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D56046C7-3900-4C72-9D74-D0AA0C0F88C2}"/>
              </a:ext>
            </a:extLst>
          </p:cNvPr>
          <p:cNvPicPr>
            <a:picLocks/>
          </p:cNvPicPr>
          <p:nvPr userDrawn="1"/>
        </p:nvPicPr>
        <p:blipFill>
          <a:blip r:embed="rId11" cstate="email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248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69658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lnSpc>
                <a:spcPct val="105000"/>
              </a:lnSpc>
              <a:defRPr sz="3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1354E095-D4D9-4983-8FF7-61DE4C3AEC2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8094178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02494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2514600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B82314B-0545-474F-8140-2300C129422D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6681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7084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3465576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9C10ADA-9CB1-4AEE-A8C1-FC2A06711204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180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82090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5065776" cy="384721"/>
          </a:xfrm>
        </p:spPr>
        <p:txBody>
          <a:bodyPr vert="horz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50657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5065776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6238455-CA5F-4A3B-B471-F48B504823A8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7784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87084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83878"/>
            <a:ext cx="6967728" cy="384721"/>
          </a:xfrm>
        </p:spPr>
        <p:txBody>
          <a:bodyPr vert="horz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6967728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2F507B5-90BB-4870-8594-B74C0C161033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254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06394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3E3F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7918704" cy="384721"/>
          </a:xfrm>
        </p:spPr>
        <p:txBody>
          <a:bodyPr vert="horz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7918704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4" y="6501669"/>
            <a:ext cx="7918704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6EC3FE6-4B05-4B54-8A56-34682F06D263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8091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9597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E24BC5-5847-4F66-9E46-49CDD69131B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custGeom>
            <a:avLst/>
            <a:gdLst>
              <a:gd name="connsiteX0" fmla="*/ 0 w 12192000"/>
              <a:gd name="connsiteY0" fmla="*/ 0 h 355600"/>
              <a:gd name="connsiteX1" fmla="*/ 12192000 w 12192000"/>
              <a:gd name="connsiteY1" fmla="*/ 0 h 355600"/>
              <a:gd name="connsiteX2" fmla="*/ 12192000 w 12192000"/>
              <a:gd name="connsiteY2" fmla="*/ 355600 h 355600"/>
              <a:gd name="connsiteX3" fmla="*/ 0 w 121920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5600">
                <a:moveTo>
                  <a:pt x="0" y="0"/>
                </a:moveTo>
                <a:lnTo>
                  <a:pt x="12192000" y="0"/>
                </a:lnTo>
                <a:lnTo>
                  <a:pt x="12192000" y="355600"/>
                </a:lnTo>
                <a:lnTo>
                  <a:pt x="0" y="355600"/>
                </a:lnTo>
                <a:close/>
              </a:path>
            </a:pathLst>
          </a:custGeom>
        </p:spPr>
      </p:pic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38E67D06-2A23-461E-8660-CE91F916415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11082528" cy="384721"/>
          </a:xfrm>
        </p:spPr>
        <p:txBody>
          <a:bodyPr vert="horz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7C23A92-1A57-4C4B-A846-23549B5BD46F}"/>
              </a:ext>
            </a:extLst>
          </p:cNvPr>
          <p:cNvPicPr>
            <a:picLocks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9758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933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D1F00FC-AA5B-4A81-A806-45F032F63A8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custGeom>
            <a:avLst/>
            <a:gdLst>
              <a:gd name="connsiteX0" fmla="*/ 0 w 12192000"/>
              <a:gd name="connsiteY0" fmla="*/ 0 h 355600"/>
              <a:gd name="connsiteX1" fmla="*/ 12192000 w 12192000"/>
              <a:gd name="connsiteY1" fmla="*/ 0 h 355600"/>
              <a:gd name="connsiteX2" fmla="*/ 12192000 w 12192000"/>
              <a:gd name="connsiteY2" fmla="*/ 355600 h 355600"/>
              <a:gd name="connsiteX3" fmla="*/ 0 w 121920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5600">
                <a:moveTo>
                  <a:pt x="0" y="0"/>
                </a:moveTo>
                <a:lnTo>
                  <a:pt x="12192000" y="0"/>
                </a:lnTo>
                <a:lnTo>
                  <a:pt x="12192000" y="355600"/>
                </a:lnTo>
                <a:lnTo>
                  <a:pt x="0" y="355600"/>
                </a:lnTo>
                <a:close/>
              </a:path>
            </a:pathLst>
          </a:cu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7E6A67C-86CC-4B67-823F-9EF155C8384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BFEAE5E-FEF6-4DC6-A45C-878DBDA35075}"/>
              </a:ext>
            </a:extLst>
          </p:cNvPr>
          <p:cNvPicPr>
            <a:picLocks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072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63348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0CF204C-3EE2-446B-849F-4F42DFC06E3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0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D28559-B4B6-49FF-87AD-0D7ADC1BCDF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078C433-4C7D-40C0-87F2-122B6D6E5759}"/>
              </a:ext>
            </a:extLst>
          </p:cNvPr>
          <p:cNvSpPr>
            <a:spLocks/>
          </p:cNvSpPr>
          <p:nvPr userDrawn="1"/>
        </p:nvSpPr>
        <p:spPr bwMode="ltGray">
          <a:xfrm rot="10800000" flipH="1">
            <a:off x="0" y="0"/>
            <a:ext cx="10082463" cy="6858001"/>
          </a:xfrm>
          <a:prstGeom prst="rect">
            <a:avLst/>
          </a:prstGeom>
          <a:gradFill flip="none" rotWithShape="1">
            <a:gsLst>
              <a:gs pos="57000">
                <a:srgbClr val="051C2C">
                  <a:alpha val="69000"/>
                </a:srgbClr>
              </a:gs>
              <a:gs pos="0">
                <a:srgbClr val="051C2C"/>
              </a:gs>
              <a:gs pos="100000">
                <a:srgbClr val="051C2C">
                  <a:alpha val="0"/>
                </a:srgbClr>
              </a:gs>
            </a:gsLst>
            <a:lin ang="0" scaled="1"/>
            <a:tileRect/>
          </a:gra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lt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 bwMode="ltGray"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7E6A67C-86CC-4B67-823F-9EF155C8384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ltGray">
          <a:xfrm>
            <a:off x="554734" y="6498754"/>
            <a:ext cx="86868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8" name="2. Slide Title">
            <a:extLst>
              <a:ext uri="{FF2B5EF4-FFF2-40B4-BE49-F238E27FC236}">
                <a16:creationId xmlns:a16="http://schemas.microsoft.com/office/drawing/2014/main" id="{FF53F23A-3EA5-4825-A900-7C14F21FB795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ltGray">
          <a:xfrm>
            <a:off x="554736" y="3121225"/>
            <a:ext cx="11082528" cy="615553"/>
          </a:xfrm>
        </p:spPr>
        <p:txBody>
          <a:bodyPr vert="horz" anchor="ctr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7D3CD3-1C74-4809-8AA8-D1CE05AC7C0A}"/>
              </a:ext>
            </a:extLst>
          </p:cNvPr>
          <p:cNvPicPr>
            <a:picLocks/>
          </p:cNvPicPr>
          <p:nvPr userDrawn="1"/>
        </p:nvPicPr>
        <p:blipFill>
          <a:blip r:embed="rId11" cstate="email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64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18407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phic 5">
            <a:extLst>
              <a:ext uri="{FF2B5EF4-FFF2-40B4-BE49-F238E27FC236}">
                <a16:creationId xmlns:a16="http://schemas.microsoft.com/office/drawing/2014/main" id="{CF2728A7-D52A-4931-AAFA-82360B55CEED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ltGray">
          <a:xfrm>
            <a:off x="3842361" y="2878532"/>
            <a:ext cx="4507279" cy="110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247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Page V.1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A3FF6C-7A2F-4110-B6F8-206126BB27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33938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A3FF6C-7A2F-4110-B6F8-206126BB2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9523" y="6371679"/>
            <a:ext cx="1471876" cy="360553"/>
          </a:xfrm>
          <a:prstGeom prst="rect">
            <a:avLst/>
          </a:prstGeom>
        </p:spPr>
      </p:pic>
      <p:sp>
        <p:nvSpPr>
          <p:cNvPr id="17" name="Slide Number Placeholder 4"/>
          <p:cNvSpPr txBox="1">
            <a:spLocks/>
          </p:cNvSpPr>
          <p:nvPr userDrawn="1"/>
        </p:nvSpPr>
        <p:spPr>
          <a:xfrm>
            <a:off x="614559" y="6356356"/>
            <a:ext cx="9148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1F04C-B2C5-4039-B4B7-CF4ACFDFB803}" type="slidenum">
              <a:rPr lang="en-US" sz="12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US" sz="12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 userDrawn="1"/>
        </p:nvSpPr>
        <p:spPr>
          <a:xfrm>
            <a:off x="830985" y="1178644"/>
            <a:ext cx="10515600" cy="211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Type here</a:t>
            </a:r>
          </a:p>
        </p:txBody>
      </p:sp>
    </p:spTree>
    <p:extLst>
      <p:ext uri="{BB962C8B-B14F-4D97-AF65-F5344CB8AC3E}">
        <p14:creationId xmlns:p14="http://schemas.microsoft.com/office/powerpoint/2010/main" val="370000607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3578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8BFB0ED8-027D-4B9A-B0F0-B541754448E6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385DC14F-9191-4CCE-AD84-B67B1AAA673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83878"/>
            <a:ext cx="5065776" cy="384721"/>
          </a:xfrm>
        </p:spPr>
        <p:txBody>
          <a:bodyPr vert="horz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71CE4FFA-8589-45F0-A91B-DDF15C2EDD6D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43869"/>
            <a:ext cx="50657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FC217CEC-CFE1-4B34-9DE5-CA0CBAAD07D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5" y="6501669"/>
            <a:ext cx="5065776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6410748B-1DCC-4D05-8053-71ABF0D6ABD0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24663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D105E70-12F4-4115-A57C-6F82A37281D9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lum contras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4C3C286-D130-4B33-8D76-BCEF06C9582E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email">
            <a:lum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73036"/>
          <a:stretch/>
        </p:blipFill>
        <p:spPr bwMode="ltGray">
          <a:xfrm>
            <a:off x="10059905" y="6414693"/>
            <a:ext cx="33376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8792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85347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2BA1E0C-CA9F-489D-B144-727B655BD19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926E0963-EFF0-4D32-ADEB-B17AA28E6B4A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1D81E699-DCA1-4112-A747-FEA1BCDA2F07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737F76FD-D275-4307-B826-61CE1861B01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5" y="6501669"/>
            <a:ext cx="2514600" cy="1231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7B6FBDCC-4722-41F2-B4A8-0AB7ECEAFE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24663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FDF7F23A-5BE5-47B0-9C6D-6FBBDBBD115E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6266697-09F7-4393-AFFE-A094D9758AC9}"/>
              </a:ext>
            </a:extLst>
          </p:cNvPr>
          <p:cNvPicPr>
            <a:picLocks/>
          </p:cNvPicPr>
          <p:nvPr userDrawn="1"/>
        </p:nvPicPr>
        <p:blipFill>
          <a:blip r:embed="rId12" cstate="email">
            <a:lum contras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35728D9-06D5-4A2A-842C-6DBF821D0191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email">
            <a:lum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73036"/>
          <a:stretch/>
        </p:blipFill>
        <p:spPr bwMode="ltGray">
          <a:xfrm>
            <a:off x="10059905" y="6414693"/>
            <a:ext cx="33376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1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26" Type="http://schemas.openxmlformats.org/officeDocument/2006/relationships/tags" Target="../tags/tag9.xml"/><Relationship Id="rId39" Type="http://schemas.openxmlformats.org/officeDocument/2006/relationships/oleObject" Target="../embeddings/oleObject1.bin"/><Relationship Id="rId21" Type="http://schemas.openxmlformats.org/officeDocument/2006/relationships/tags" Target="../tags/tag4.xml"/><Relationship Id="rId34" Type="http://schemas.openxmlformats.org/officeDocument/2006/relationships/tags" Target="../tags/tag17.xml"/><Relationship Id="rId42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3.xml"/><Relationship Id="rId29" Type="http://schemas.openxmlformats.org/officeDocument/2006/relationships/tags" Target="../tags/tag12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7.xml"/><Relationship Id="rId32" Type="http://schemas.openxmlformats.org/officeDocument/2006/relationships/tags" Target="../tags/tag15.xml"/><Relationship Id="rId37" Type="http://schemas.openxmlformats.org/officeDocument/2006/relationships/tags" Target="../tags/tag20.xml"/><Relationship Id="rId40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6.xml"/><Relationship Id="rId28" Type="http://schemas.openxmlformats.org/officeDocument/2006/relationships/tags" Target="../tags/tag11.xml"/><Relationship Id="rId36" Type="http://schemas.openxmlformats.org/officeDocument/2006/relationships/tags" Target="../tags/tag19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31" Type="http://schemas.openxmlformats.org/officeDocument/2006/relationships/tags" Target="../tags/tag1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5.xml"/><Relationship Id="rId27" Type="http://schemas.openxmlformats.org/officeDocument/2006/relationships/tags" Target="../tags/tag10.xml"/><Relationship Id="rId30" Type="http://schemas.openxmlformats.org/officeDocument/2006/relationships/tags" Target="../tags/tag13.xml"/><Relationship Id="rId35" Type="http://schemas.openxmlformats.org/officeDocument/2006/relationships/tags" Target="../tags/tag18.xml"/><Relationship Id="rId43" Type="http://schemas.openxmlformats.org/officeDocument/2006/relationships/image" Target="../media/image4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8.xml"/><Relationship Id="rId33" Type="http://schemas.openxmlformats.org/officeDocument/2006/relationships/tags" Target="../tags/tag16.xml"/><Relationship Id="rId38" Type="http://schemas.openxmlformats.org/officeDocument/2006/relationships/tags" Target="../tags/tag2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0.xml"/><Relationship Id="rId18" Type="http://schemas.openxmlformats.org/officeDocument/2006/relationships/tags" Target="../tags/tag129.xml"/><Relationship Id="rId26" Type="http://schemas.openxmlformats.org/officeDocument/2006/relationships/tags" Target="../tags/tag137.xml"/><Relationship Id="rId39" Type="http://schemas.openxmlformats.org/officeDocument/2006/relationships/image" Target="../media/image5.emf"/><Relationship Id="rId21" Type="http://schemas.openxmlformats.org/officeDocument/2006/relationships/tags" Target="../tags/tag132.xml"/><Relationship Id="rId34" Type="http://schemas.openxmlformats.org/officeDocument/2006/relationships/tags" Target="../tags/tag145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6" Type="http://schemas.openxmlformats.org/officeDocument/2006/relationships/theme" Target="../theme/theme2.xml"/><Relationship Id="rId20" Type="http://schemas.openxmlformats.org/officeDocument/2006/relationships/tags" Target="../tags/tag131.xml"/><Relationship Id="rId29" Type="http://schemas.openxmlformats.org/officeDocument/2006/relationships/tags" Target="../tags/tag140.xml"/><Relationship Id="rId41" Type="http://schemas.microsoft.com/office/2007/relationships/hdphoto" Target="../media/hdphoto2.wdp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24" Type="http://schemas.openxmlformats.org/officeDocument/2006/relationships/tags" Target="../tags/tag135.xml"/><Relationship Id="rId32" Type="http://schemas.openxmlformats.org/officeDocument/2006/relationships/tags" Target="../tags/tag143.xml"/><Relationship Id="rId37" Type="http://schemas.openxmlformats.org/officeDocument/2006/relationships/tags" Target="../tags/tag148.xml"/><Relationship Id="rId40" Type="http://schemas.openxmlformats.org/officeDocument/2006/relationships/image" Target="../media/image12.png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tags" Target="../tags/tag134.xml"/><Relationship Id="rId28" Type="http://schemas.openxmlformats.org/officeDocument/2006/relationships/tags" Target="../tags/tag139.xml"/><Relationship Id="rId36" Type="http://schemas.openxmlformats.org/officeDocument/2006/relationships/tags" Target="../tags/tag147.xml"/><Relationship Id="rId10" Type="http://schemas.openxmlformats.org/officeDocument/2006/relationships/slideLayout" Target="../slideLayouts/slideLayout27.xml"/><Relationship Id="rId19" Type="http://schemas.openxmlformats.org/officeDocument/2006/relationships/tags" Target="../tags/tag130.xml"/><Relationship Id="rId31" Type="http://schemas.openxmlformats.org/officeDocument/2006/relationships/tags" Target="../tags/tag142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tags" Target="../tags/tag133.xml"/><Relationship Id="rId27" Type="http://schemas.openxmlformats.org/officeDocument/2006/relationships/tags" Target="../tags/tag138.xml"/><Relationship Id="rId30" Type="http://schemas.openxmlformats.org/officeDocument/2006/relationships/tags" Target="../tags/tag141.xml"/><Relationship Id="rId35" Type="http://schemas.openxmlformats.org/officeDocument/2006/relationships/tags" Target="../tags/tag146.xml"/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9.xml"/><Relationship Id="rId17" Type="http://schemas.openxmlformats.org/officeDocument/2006/relationships/tags" Target="../tags/tag128.xml"/><Relationship Id="rId25" Type="http://schemas.openxmlformats.org/officeDocument/2006/relationships/tags" Target="../tags/tag136.xml"/><Relationship Id="rId33" Type="http://schemas.openxmlformats.org/officeDocument/2006/relationships/tags" Target="../tags/tag144.xml"/><Relationship Id="rId38" Type="http://schemas.openxmlformats.org/officeDocument/2006/relationships/oleObject" Target="../embeddings/oleObject19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243.xml"/><Relationship Id="rId13" Type="http://schemas.openxmlformats.org/officeDocument/2006/relationships/tags" Target="../tags/tag248.xml"/><Relationship Id="rId18" Type="http://schemas.openxmlformats.org/officeDocument/2006/relationships/tags" Target="../tags/tag253.xml"/><Relationship Id="rId26" Type="http://schemas.openxmlformats.org/officeDocument/2006/relationships/tags" Target="../tags/tag261.xml"/><Relationship Id="rId3" Type="http://schemas.openxmlformats.org/officeDocument/2006/relationships/slideLayout" Target="../slideLayouts/slideLayout35.xml"/><Relationship Id="rId21" Type="http://schemas.openxmlformats.org/officeDocument/2006/relationships/tags" Target="../tags/tag256.xml"/><Relationship Id="rId7" Type="http://schemas.openxmlformats.org/officeDocument/2006/relationships/theme" Target="../theme/theme3.xml"/><Relationship Id="rId12" Type="http://schemas.openxmlformats.org/officeDocument/2006/relationships/tags" Target="../tags/tag247.xml"/><Relationship Id="rId17" Type="http://schemas.openxmlformats.org/officeDocument/2006/relationships/tags" Target="../tags/tag252.xml"/><Relationship Id="rId25" Type="http://schemas.openxmlformats.org/officeDocument/2006/relationships/tags" Target="../tags/tag260.xml"/><Relationship Id="rId2" Type="http://schemas.openxmlformats.org/officeDocument/2006/relationships/slideLayout" Target="../slideLayouts/slideLayout34.xml"/><Relationship Id="rId16" Type="http://schemas.openxmlformats.org/officeDocument/2006/relationships/tags" Target="../tags/tag251.xml"/><Relationship Id="rId20" Type="http://schemas.openxmlformats.org/officeDocument/2006/relationships/tags" Target="../tags/tag255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tags" Target="../tags/tag246.xml"/><Relationship Id="rId24" Type="http://schemas.openxmlformats.org/officeDocument/2006/relationships/tags" Target="../tags/tag259.xml"/><Relationship Id="rId32" Type="http://schemas.openxmlformats.org/officeDocument/2006/relationships/image" Target="../media/image4.svg"/><Relationship Id="rId5" Type="http://schemas.openxmlformats.org/officeDocument/2006/relationships/slideLayout" Target="../slideLayouts/slideLayout37.xml"/><Relationship Id="rId15" Type="http://schemas.openxmlformats.org/officeDocument/2006/relationships/tags" Target="../tags/tag250.xml"/><Relationship Id="rId23" Type="http://schemas.openxmlformats.org/officeDocument/2006/relationships/tags" Target="../tags/tag258.xml"/><Relationship Id="rId28" Type="http://schemas.openxmlformats.org/officeDocument/2006/relationships/oleObject" Target="../embeddings/oleObject34.bin"/><Relationship Id="rId10" Type="http://schemas.openxmlformats.org/officeDocument/2006/relationships/tags" Target="../tags/tag245.xml"/><Relationship Id="rId19" Type="http://schemas.openxmlformats.org/officeDocument/2006/relationships/tags" Target="../tags/tag254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36.xml"/><Relationship Id="rId9" Type="http://schemas.openxmlformats.org/officeDocument/2006/relationships/tags" Target="../tags/tag244.xml"/><Relationship Id="rId14" Type="http://schemas.openxmlformats.org/officeDocument/2006/relationships/tags" Target="../tags/tag249.xml"/><Relationship Id="rId22" Type="http://schemas.openxmlformats.org/officeDocument/2006/relationships/tags" Target="../tags/tag257.xml"/><Relationship Id="rId27" Type="http://schemas.openxmlformats.org/officeDocument/2006/relationships/tags" Target="../tags/tag262.xml"/><Relationship Id="rId30" Type="http://schemas.openxmlformats.org/officeDocument/2006/relationships/image" Target="../media/image15.png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tags" Target="../tags/tag293.xml"/><Relationship Id="rId26" Type="http://schemas.openxmlformats.org/officeDocument/2006/relationships/tags" Target="../tags/tag301.xml"/><Relationship Id="rId39" Type="http://schemas.openxmlformats.org/officeDocument/2006/relationships/oleObject" Target="../embeddings/oleObject41.bin"/><Relationship Id="rId21" Type="http://schemas.openxmlformats.org/officeDocument/2006/relationships/tags" Target="../tags/tag296.xml"/><Relationship Id="rId34" Type="http://schemas.openxmlformats.org/officeDocument/2006/relationships/tags" Target="../tags/tag309.xml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ags" Target="../tags/tag295.xml"/><Relationship Id="rId29" Type="http://schemas.openxmlformats.org/officeDocument/2006/relationships/tags" Target="../tags/tag304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tags" Target="../tags/tag299.xml"/><Relationship Id="rId32" Type="http://schemas.openxmlformats.org/officeDocument/2006/relationships/tags" Target="../tags/tag307.xml"/><Relationship Id="rId37" Type="http://schemas.openxmlformats.org/officeDocument/2006/relationships/tags" Target="../tags/tag312.xml"/><Relationship Id="rId40" Type="http://schemas.openxmlformats.org/officeDocument/2006/relationships/image" Target="../media/image5.emf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tags" Target="../tags/tag298.xml"/><Relationship Id="rId28" Type="http://schemas.openxmlformats.org/officeDocument/2006/relationships/tags" Target="../tags/tag303.xml"/><Relationship Id="rId36" Type="http://schemas.openxmlformats.org/officeDocument/2006/relationships/tags" Target="../tags/tag311.xml"/><Relationship Id="rId10" Type="http://schemas.openxmlformats.org/officeDocument/2006/relationships/slideLayout" Target="../slideLayouts/slideLayout48.xml"/><Relationship Id="rId19" Type="http://schemas.openxmlformats.org/officeDocument/2006/relationships/tags" Target="../tags/tag294.xml"/><Relationship Id="rId31" Type="http://schemas.openxmlformats.org/officeDocument/2006/relationships/tags" Target="../tags/tag306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tags" Target="../tags/tag297.xml"/><Relationship Id="rId27" Type="http://schemas.openxmlformats.org/officeDocument/2006/relationships/tags" Target="../tags/tag302.xml"/><Relationship Id="rId30" Type="http://schemas.openxmlformats.org/officeDocument/2006/relationships/tags" Target="../tags/tag305.xml"/><Relationship Id="rId35" Type="http://schemas.openxmlformats.org/officeDocument/2006/relationships/tags" Target="../tags/tag310.xml"/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50.xml"/><Relationship Id="rId17" Type="http://schemas.openxmlformats.org/officeDocument/2006/relationships/theme" Target="../theme/theme4.xml"/><Relationship Id="rId25" Type="http://schemas.openxmlformats.org/officeDocument/2006/relationships/tags" Target="../tags/tag300.xml"/><Relationship Id="rId33" Type="http://schemas.openxmlformats.org/officeDocument/2006/relationships/tags" Target="../tags/tag308.xml"/><Relationship Id="rId38" Type="http://schemas.openxmlformats.org/officeDocument/2006/relationships/tags" Target="../tags/tag313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26" Type="http://schemas.openxmlformats.org/officeDocument/2006/relationships/tags" Target="../tags/tag420.xml"/><Relationship Id="rId39" Type="http://schemas.openxmlformats.org/officeDocument/2006/relationships/tags" Target="../tags/tag433.xml"/><Relationship Id="rId21" Type="http://schemas.openxmlformats.org/officeDocument/2006/relationships/tags" Target="../tags/tag415.xml"/><Relationship Id="rId34" Type="http://schemas.openxmlformats.org/officeDocument/2006/relationships/tags" Target="../tags/tag428.xml"/><Relationship Id="rId42" Type="http://schemas.openxmlformats.org/officeDocument/2006/relationships/image" Target="../media/image15.png"/><Relationship Id="rId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tags" Target="../tags/tag414.xml"/><Relationship Id="rId29" Type="http://schemas.openxmlformats.org/officeDocument/2006/relationships/tags" Target="../tags/tag423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tags" Target="../tags/tag418.xml"/><Relationship Id="rId32" Type="http://schemas.openxmlformats.org/officeDocument/2006/relationships/tags" Target="../tags/tag426.xml"/><Relationship Id="rId37" Type="http://schemas.openxmlformats.org/officeDocument/2006/relationships/tags" Target="../tags/tag431.xml"/><Relationship Id="rId40" Type="http://schemas.openxmlformats.org/officeDocument/2006/relationships/oleObject" Target="../embeddings/oleObject34.bin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tags" Target="../tags/tag417.xml"/><Relationship Id="rId28" Type="http://schemas.openxmlformats.org/officeDocument/2006/relationships/tags" Target="../tags/tag422.xml"/><Relationship Id="rId36" Type="http://schemas.openxmlformats.org/officeDocument/2006/relationships/tags" Target="../tags/tag430.xml"/><Relationship Id="rId10" Type="http://schemas.openxmlformats.org/officeDocument/2006/relationships/slideLayout" Target="../slideLayouts/slideLayout64.xml"/><Relationship Id="rId19" Type="http://schemas.openxmlformats.org/officeDocument/2006/relationships/theme" Target="../theme/theme5.xml"/><Relationship Id="rId31" Type="http://schemas.openxmlformats.org/officeDocument/2006/relationships/tags" Target="../tags/tag425.xml"/><Relationship Id="rId44" Type="http://schemas.openxmlformats.org/officeDocument/2006/relationships/image" Target="../media/image4.svg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tags" Target="../tags/tag416.xml"/><Relationship Id="rId27" Type="http://schemas.openxmlformats.org/officeDocument/2006/relationships/tags" Target="../tags/tag421.xml"/><Relationship Id="rId30" Type="http://schemas.openxmlformats.org/officeDocument/2006/relationships/tags" Target="../tags/tag424.xml"/><Relationship Id="rId35" Type="http://schemas.openxmlformats.org/officeDocument/2006/relationships/tags" Target="../tags/tag429.xml"/><Relationship Id="rId43" Type="http://schemas.openxmlformats.org/officeDocument/2006/relationships/image" Target="../media/image3.png"/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tags" Target="../tags/tag419.xml"/><Relationship Id="rId33" Type="http://schemas.openxmlformats.org/officeDocument/2006/relationships/tags" Target="../tags/tag427.xml"/><Relationship Id="rId38" Type="http://schemas.openxmlformats.org/officeDocument/2006/relationships/tags" Target="../tags/tag4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968923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9" imgW="413" imgH="416" progId="TCLayout.ActiveDocument.1">
                  <p:embed/>
                </p:oleObj>
              </mc:Choice>
              <mc:Fallback>
                <p:oleObj name="think-cell Slide" r:id="rId3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1" name="Picture 150">
            <a:extLst>
              <a:ext uri="{FF2B5EF4-FFF2-40B4-BE49-F238E27FC236}">
                <a16:creationId xmlns:a16="http://schemas.microsoft.com/office/drawing/2014/main" id="{F0E10E80-8132-44AB-BB3F-5480BE8CF6D2}"/>
              </a:ext>
            </a:extLst>
          </p:cNvPr>
          <p:cNvPicPr>
            <a:picLocks noChangeAspect="1"/>
          </p:cNvPicPr>
          <p:nvPr userDrawn="1"/>
        </p:nvPicPr>
        <p:blipFill>
          <a:blip r:embed="rId4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custGeom>
            <a:avLst/>
            <a:gdLst>
              <a:gd name="connsiteX0" fmla="*/ 0 w 12192000"/>
              <a:gd name="connsiteY0" fmla="*/ 0 h 355600"/>
              <a:gd name="connsiteX1" fmla="*/ 12192000 w 12192000"/>
              <a:gd name="connsiteY1" fmla="*/ 0 h 355600"/>
              <a:gd name="connsiteX2" fmla="*/ 12192000 w 12192000"/>
              <a:gd name="connsiteY2" fmla="*/ 355600 h 355600"/>
              <a:gd name="connsiteX3" fmla="*/ 0 w 121920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5600">
                <a:moveTo>
                  <a:pt x="0" y="0"/>
                </a:moveTo>
                <a:lnTo>
                  <a:pt x="12192000" y="0"/>
                </a:lnTo>
                <a:lnTo>
                  <a:pt x="12192000" y="355600"/>
                </a:lnTo>
                <a:lnTo>
                  <a:pt x="0" y="355600"/>
                </a:lnTo>
                <a:close/>
              </a:path>
            </a:pathLst>
          </a:custGeom>
        </p:spPr>
      </p:pic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553972" y="6278400"/>
            <a:ext cx="8686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383878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130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9406C250-A34D-4158-A1D1-87482E24C5F6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171" name="Legend1" hidden="1">
              <a:extLst>
                <a:ext uri="{FF2B5EF4-FFF2-40B4-BE49-F238E27FC236}">
                  <a16:creationId xmlns:a16="http://schemas.microsoft.com/office/drawing/2014/main" id="{7B61CAFE-256D-4079-86AC-B71F8302C51B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2" name="Legend2" hidden="1">
              <a:extLst>
                <a:ext uri="{FF2B5EF4-FFF2-40B4-BE49-F238E27FC236}">
                  <a16:creationId xmlns:a16="http://schemas.microsoft.com/office/drawing/2014/main" id="{E7E6A338-28D5-4B72-B80B-5A2AD61D6A6B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73" name="Legend3" hidden="1">
              <a:extLst>
                <a:ext uri="{FF2B5EF4-FFF2-40B4-BE49-F238E27FC236}">
                  <a16:creationId xmlns:a16="http://schemas.microsoft.com/office/drawing/2014/main" id="{0F0D1871-1245-41D1-BA04-48F4D12B1D85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74" name="LineLegend3" hidden="1">
              <a:extLst>
                <a:ext uri="{FF2B5EF4-FFF2-40B4-BE49-F238E27FC236}">
                  <a16:creationId xmlns:a16="http://schemas.microsoft.com/office/drawing/2014/main" id="{9EAA3E87-E190-4249-B3A4-8C72814D119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5" name="LineLegend2" hidden="1">
              <a:extLst>
                <a:ext uri="{FF2B5EF4-FFF2-40B4-BE49-F238E27FC236}">
                  <a16:creationId xmlns:a16="http://schemas.microsoft.com/office/drawing/2014/main" id="{17D42BB7-943A-48F5-A460-C5D8DF0252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6" name="LineLegend1" hidden="1">
              <a:extLst>
                <a:ext uri="{FF2B5EF4-FFF2-40B4-BE49-F238E27FC236}">
                  <a16:creationId xmlns:a16="http://schemas.microsoft.com/office/drawing/2014/main" id="{C4B4D980-0E98-45C8-8373-AFB3024950E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DDF7054D-81CA-4782-AE2D-CE25A9875674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78" name="Legend1" hidden="1">
              <a:extLst>
                <a:ext uri="{FF2B5EF4-FFF2-40B4-BE49-F238E27FC236}">
                  <a16:creationId xmlns:a16="http://schemas.microsoft.com/office/drawing/2014/main" id="{C7F6542A-BFC7-4133-8901-22E1029FCE73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86" name="Legend2" hidden="1">
              <a:extLst>
                <a:ext uri="{FF2B5EF4-FFF2-40B4-BE49-F238E27FC236}">
                  <a16:creationId xmlns:a16="http://schemas.microsoft.com/office/drawing/2014/main" id="{48DDD354-88FD-46E7-AF57-2B56EB4B8E89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8" name="Legend3" hidden="1">
              <a:extLst>
                <a:ext uri="{FF2B5EF4-FFF2-40B4-BE49-F238E27FC236}">
                  <a16:creationId xmlns:a16="http://schemas.microsoft.com/office/drawing/2014/main" id="{0F3C019E-94C7-4DFC-9F59-70CBE3979E28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9" name="Legend4" hidden="1">
              <a:extLst>
                <a:ext uri="{FF2B5EF4-FFF2-40B4-BE49-F238E27FC236}">
                  <a16:creationId xmlns:a16="http://schemas.microsoft.com/office/drawing/2014/main" id="{63A41E82-B13F-4142-940A-EB7753D0D89F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0" name="Legend5" hidden="1">
              <a:extLst>
                <a:ext uri="{FF2B5EF4-FFF2-40B4-BE49-F238E27FC236}">
                  <a16:creationId xmlns:a16="http://schemas.microsoft.com/office/drawing/2014/main" id="{9601C651-482D-46A1-AD4C-6FF5A046A398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201" name="MoonLegend1" hidden="1">
              <a:extLst>
                <a:ext uri="{FF2B5EF4-FFF2-40B4-BE49-F238E27FC236}">
                  <a16:creationId xmlns:a16="http://schemas.microsoft.com/office/drawing/2014/main" id="{255C3BAF-8B0C-451F-85B1-FA94DADCD9A7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 hidden="1">
                <a:extLst>
                  <a:ext uri="{FF2B5EF4-FFF2-40B4-BE49-F238E27FC236}">
                    <a16:creationId xmlns:a16="http://schemas.microsoft.com/office/drawing/2014/main" id="{4E8BF067-ED31-43BD-9281-97EFE0BEA52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5" name="Arc 214" hidden="1">
                <a:extLst>
                  <a:ext uri="{FF2B5EF4-FFF2-40B4-BE49-F238E27FC236}">
                    <a16:creationId xmlns:a16="http://schemas.microsoft.com/office/drawing/2014/main" id="{59041285-2EC7-4DB8-BAAD-066A02A3B6DB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2" name="MoonLegend2" hidden="1">
              <a:extLst>
                <a:ext uri="{FF2B5EF4-FFF2-40B4-BE49-F238E27FC236}">
                  <a16:creationId xmlns:a16="http://schemas.microsoft.com/office/drawing/2014/main" id="{914B3FEE-DF00-4DD3-88FA-DE929AE11350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 hidden="1">
                <a:extLst>
                  <a:ext uri="{FF2B5EF4-FFF2-40B4-BE49-F238E27FC236}">
                    <a16:creationId xmlns:a16="http://schemas.microsoft.com/office/drawing/2014/main" id="{296FFEB7-00EA-46E1-AD22-FACF628E985F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3" name="Arc 212" hidden="1">
                <a:extLst>
                  <a:ext uri="{FF2B5EF4-FFF2-40B4-BE49-F238E27FC236}">
                    <a16:creationId xmlns:a16="http://schemas.microsoft.com/office/drawing/2014/main" id="{4D2808B4-4528-4937-A7F9-F6B3CBA404AA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3" name="MoonLegend3" hidden="1">
              <a:extLst>
                <a:ext uri="{FF2B5EF4-FFF2-40B4-BE49-F238E27FC236}">
                  <a16:creationId xmlns:a16="http://schemas.microsoft.com/office/drawing/2014/main" id="{E688A3CB-1DD2-445A-AB2D-01FE4105CB5E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 hidden="1">
                <a:extLst>
                  <a:ext uri="{FF2B5EF4-FFF2-40B4-BE49-F238E27FC236}">
                    <a16:creationId xmlns:a16="http://schemas.microsoft.com/office/drawing/2014/main" id="{C708E11D-DACE-4994-BAA2-99A2CFDD3C53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1" name="Arc 210" hidden="1">
                <a:extLst>
                  <a:ext uri="{FF2B5EF4-FFF2-40B4-BE49-F238E27FC236}">
                    <a16:creationId xmlns:a16="http://schemas.microsoft.com/office/drawing/2014/main" id="{6D7EF8D8-14FA-4547-93C3-002C847565E2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4" name="MoonLegend4" hidden="1">
              <a:extLst>
                <a:ext uri="{FF2B5EF4-FFF2-40B4-BE49-F238E27FC236}">
                  <a16:creationId xmlns:a16="http://schemas.microsoft.com/office/drawing/2014/main" id="{8A3FF0BD-642A-42A5-B32D-9E9E77ED86FF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 hidden="1">
                <a:extLst>
                  <a:ext uri="{FF2B5EF4-FFF2-40B4-BE49-F238E27FC236}">
                    <a16:creationId xmlns:a16="http://schemas.microsoft.com/office/drawing/2014/main" id="{B79CEE59-FBA3-4B81-B288-76220EFE3070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9" name="Arc 208" hidden="1">
                <a:extLst>
                  <a:ext uri="{FF2B5EF4-FFF2-40B4-BE49-F238E27FC236}">
                    <a16:creationId xmlns:a16="http://schemas.microsoft.com/office/drawing/2014/main" id="{D00459ED-1960-4630-BF5C-F079B068D4C3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5" name="MoonLegend5" hidden="1">
              <a:extLst>
                <a:ext uri="{FF2B5EF4-FFF2-40B4-BE49-F238E27FC236}">
                  <a16:creationId xmlns:a16="http://schemas.microsoft.com/office/drawing/2014/main" id="{96D2E61A-D3E1-4768-8E0F-401DAFD11662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 hidden="1">
                <a:extLst>
                  <a:ext uri="{FF2B5EF4-FFF2-40B4-BE49-F238E27FC236}">
                    <a16:creationId xmlns:a16="http://schemas.microsoft.com/office/drawing/2014/main" id="{2F4DCDCF-5AC9-4639-BEAE-9E1B0FE29EFD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7" name="Arc 206" hidden="1">
                <a:extLst>
                  <a:ext uri="{FF2B5EF4-FFF2-40B4-BE49-F238E27FC236}">
                    <a16:creationId xmlns:a16="http://schemas.microsoft.com/office/drawing/2014/main" id="{725A14AB-43C2-452F-BAF3-199FA5410B75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3F6A0241-28FE-4C60-979A-A0B42E588EB3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217" name="RectangleLegend1" hidden="1">
              <a:extLst>
                <a:ext uri="{FF2B5EF4-FFF2-40B4-BE49-F238E27FC236}">
                  <a16:creationId xmlns:a16="http://schemas.microsoft.com/office/drawing/2014/main" id="{C2DB9A65-62C1-43BB-907E-1CF4E38A6765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8" name="RectangleLegend2" hidden="1">
              <a:extLst>
                <a:ext uri="{FF2B5EF4-FFF2-40B4-BE49-F238E27FC236}">
                  <a16:creationId xmlns:a16="http://schemas.microsoft.com/office/drawing/2014/main" id="{1DD0F2E8-29A0-462C-9623-679EAE664235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9" name="RectangleLegend3" hidden="1">
              <a:extLst>
                <a:ext uri="{FF2B5EF4-FFF2-40B4-BE49-F238E27FC236}">
                  <a16:creationId xmlns:a16="http://schemas.microsoft.com/office/drawing/2014/main" id="{73E92E52-B4DF-4315-BAF4-72FDE35B7487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0" name="RectangleLegend4" hidden="1">
              <a:extLst>
                <a:ext uri="{FF2B5EF4-FFF2-40B4-BE49-F238E27FC236}">
                  <a16:creationId xmlns:a16="http://schemas.microsoft.com/office/drawing/2014/main" id="{E688A3EE-85F1-4C5F-A411-EAD70F3A5B42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1" name="RectangleLegend5" hidden="1">
              <a:extLst>
                <a:ext uri="{FF2B5EF4-FFF2-40B4-BE49-F238E27FC236}">
                  <a16:creationId xmlns:a16="http://schemas.microsoft.com/office/drawing/2014/main" id="{13270C13-5FF6-4534-B79D-2F8721762653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2" name="Legend1" hidden="1">
              <a:extLst>
                <a:ext uri="{FF2B5EF4-FFF2-40B4-BE49-F238E27FC236}">
                  <a16:creationId xmlns:a16="http://schemas.microsoft.com/office/drawing/2014/main" id="{EF7EAB6C-27F1-4199-8AC0-FD3AE9F21C5B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3" name="Legend2" hidden="1">
              <a:extLst>
                <a:ext uri="{FF2B5EF4-FFF2-40B4-BE49-F238E27FC236}">
                  <a16:creationId xmlns:a16="http://schemas.microsoft.com/office/drawing/2014/main" id="{D9961983-C30B-4465-BEAF-6AB6AA5AD639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4" name="Legend3" hidden="1">
              <a:extLst>
                <a:ext uri="{FF2B5EF4-FFF2-40B4-BE49-F238E27FC236}">
                  <a16:creationId xmlns:a16="http://schemas.microsoft.com/office/drawing/2014/main" id="{18D6FC9E-3699-4084-B109-ADEEA641C28F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" name="Legend4" hidden="1">
              <a:extLst>
                <a:ext uri="{FF2B5EF4-FFF2-40B4-BE49-F238E27FC236}">
                  <a16:creationId xmlns:a16="http://schemas.microsoft.com/office/drawing/2014/main" id="{E600615A-8B04-4AFD-845D-68A006FF1EAC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6" name="Legend5" hidden="1">
              <a:extLst>
                <a:ext uri="{FF2B5EF4-FFF2-40B4-BE49-F238E27FC236}">
                  <a16:creationId xmlns:a16="http://schemas.microsoft.com/office/drawing/2014/main" id="{CC55C0B6-39D3-4D1D-94E7-4EAD9AAB6BD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pic>
        <p:nvPicPr>
          <p:cNvPr id="149" name="Graphic 148">
            <a:extLst>
              <a:ext uri="{FF2B5EF4-FFF2-40B4-BE49-F238E27FC236}">
                <a16:creationId xmlns:a16="http://schemas.microsoft.com/office/drawing/2014/main" id="{3D931752-13CC-4AE9-97F1-EFA120699060}"/>
              </a:ext>
            </a:extLst>
          </p:cNvPr>
          <p:cNvPicPr>
            <a:picLocks/>
          </p:cNvPicPr>
          <p:nvPr userDrawn="1"/>
        </p:nvPicPr>
        <p:blipFill>
          <a:blip r:embed="rId4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706" r:id="rId13"/>
    <p:sldLayoutId id="2147483894" r:id="rId14"/>
    <p:sldLayoutId id="2147483718" r:id="rId15"/>
    <p:sldLayoutId id="2147483898" r:id="rId16"/>
    <p:sldLayoutId id="2147484059" r:id="rId1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2pPr>
      <a:lvl3pPr marL="442913" indent="-2143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40B17A4-151A-442A-85BB-61D97FD47C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8731513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592" imgH="591" progId="TCLayout.ActiveDocument.1">
                  <p:embed/>
                </p:oleObj>
              </mc:Choice>
              <mc:Fallback>
                <p:oleObj name="think-cell Slide" r:id="rId3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40B17A4-151A-442A-85BB-61D97FD47C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3399E7-290D-4CE6-AA08-2DA0CF307E1C}"/>
              </a:ext>
            </a:extLst>
          </p:cNvPr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54736" y="383878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 userDrawn="1">
            <p:custDataLst>
              <p:tags r:id="rId20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553972" y="6278400"/>
            <a:ext cx="8686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Footnotes</a:t>
            </a:r>
          </a:p>
        </p:txBody>
      </p:sp>
      <p:sp>
        <p:nvSpPr>
          <p:cNvPr id="176" name="Sticker" hidden="1">
            <a:extLst>
              <a:ext uri="{FF2B5EF4-FFF2-40B4-BE49-F238E27FC236}">
                <a16:creationId xmlns:a16="http://schemas.microsoft.com/office/drawing/2014/main" id="{F05F3D84-B1F2-4969-91DD-7BB0F78A4159}"/>
              </a:ext>
            </a:extLst>
          </p:cNvPr>
          <p:cNvSpPr txBox="1"/>
          <p:nvPr userDrawn="1"/>
        </p:nvSpPr>
        <p:spPr>
          <a:xfrm>
            <a:off x="554736" y="12130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207" name="ACET" hidden="1">
            <a:extLst>
              <a:ext uri="{FF2B5EF4-FFF2-40B4-BE49-F238E27FC236}">
                <a16:creationId xmlns:a16="http://schemas.microsoft.com/office/drawing/2014/main" id="{9C1AB688-8E46-4BED-871D-3FE073C183F2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Unit of Measure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8BC65-10CC-4404-9B17-2797DDA4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46" name="LegendBoxes" hidden="1">
            <a:extLst>
              <a:ext uri="{FF2B5EF4-FFF2-40B4-BE49-F238E27FC236}">
                <a16:creationId xmlns:a16="http://schemas.microsoft.com/office/drawing/2014/main" id="{70EB9D1A-5458-44E9-B7DB-A13D9A5F5D3A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554770" y="4322824"/>
            <a:chExt cx="922463" cy="1717282"/>
          </a:xfrm>
        </p:grpSpPr>
        <p:sp>
          <p:nvSpPr>
            <p:cNvPr id="147" name="RectangleLegend1" hidden="1">
              <a:extLst>
                <a:ext uri="{FF2B5EF4-FFF2-40B4-BE49-F238E27FC236}">
                  <a16:creationId xmlns:a16="http://schemas.microsoft.com/office/drawing/2014/main" id="{D57AAC99-2CA0-47D2-8E65-0879149C682E}"/>
                </a:ext>
              </a:extLst>
            </p:cNvPr>
            <p:cNvSpPr/>
            <p:nvPr/>
          </p:nvSpPr>
          <p:spPr>
            <a:xfrm>
              <a:off x="1055477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8" name="RectangleLegend2" hidden="1">
              <a:extLst>
                <a:ext uri="{FF2B5EF4-FFF2-40B4-BE49-F238E27FC236}">
                  <a16:creationId xmlns:a16="http://schemas.microsoft.com/office/drawing/2014/main" id="{3A178879-AF4E-4DA6-B051-2DB625C2CD75}"/>
                </a:ext>
              </a:extLst>
            </p:cNvPr>
            <p:cNvSpPr/>
            <p:nvPr/>
          </p:nvSpPr>
          <p:spPr>
            <a:xfrm>
              <a:off x="1055477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9" name="RectangleLegend3" hidden="1">
              <a:extLst>
                <a:ext uri="{FF2B5EF4-FFF2-40B4-BE49-F238E27FC236}">
                  <a16:creationId xmlns:a16="http://schemas.microsoft.com/office/drawing/2014/main" id="{2167C080-AB54-4424-87C2-BB2C06A40F88}"/>
                </a:ext>
              </a:extLst>
            </p:cNvPr>
            <p:cNvSpPr/>
            <p:nvPr/>
          </p:nvSpPr>
          <p:spPr>
            <a:xfrm>
              <a:off x="1055477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0" name="RectangleLegend4" hidden="1">
              <a:extLst>
                <a:ext uri="{FF2B5EF4-FFF2-40B4-BE49-F238E27FC236}">
                  <a16:creationId xmlns:a16="http://schemas.microsoft.com/office/drawing/2014/main" id="{EAB6E424-AFFA-46B9-93D2-E2DBC21719E7}"/>
                </a:ext>
              </a:extLst>
            </p:cNvPr>
            <p:cNvSpPr/>
            <p:nvPr/>
          </p:nvSpPr>
          <p:spPr>
            <a:xfrm>
              <a:off x="1055477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1" name="RectangleLegend5" hidden="1">
              <a:extLst>
                <a:ext uri="{FF2B5EF4-FFF2-40B4-BE49-F238E27FC236}">
                  <a16:creationId xmlns:a16="http://schemas.microsoft.com/office/drawing/2014/main" id="{DD3188FC-D44B-4060-B38C-671C0EE1228C}"/>
                </a:ext>
              </a:extLst>
            </p:cNvPr>
            <p:cNvSpPr/>
            <p:nvPr/>
          </p:nvSpPr>
          <p:spPr>
            <a:xfrm>
              <a:off x="1055477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2" name="Legend1" hidden="1">
              <a:extLst>
                <a:ext uri="{FF2B5EF4-FFF2-40B4-BE49-F238E27FC236}">
                  <a16:creationId xmlns:a16="http://schemas.microsoft.com/office/drawing/2014/main" id="{63F27366-5114-481D-9DCB-D872F61110DE}"/>
                </a:ext>
              </a:extLst>
            </p:cNvPr>
            <p:cNvSpPr txBox="1"/>
            <p:nvPr/>
          </p:nvSpPr>
          <p:spPr>
            <a:xfrm>
              <a:off x="1088091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3" name="Legend2" hidden="1">
              <a:extLst>
                <a:ext uri="{FF2B5EF4-FFF2-40B4-BE49-F238E27FC236}">
                  <a16:creationId xmlns:a16="http://schemas.microsoft.com/office/drawing/2014/main" id="{863A5B95-279D-446F-B88E-7FD1870F13D6}"/>
                </a:ext>
              </a:extLst>
            </p:cNvPr>
            <p:cNvSpPr txBox="1"/>
            <p:nvPr/>
          </p:nvSpPr>
          <p:spPr>
            <a:xfrm>
              <a:off x="1088091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54" name="Legend3" hidden="1">
              <a:extLst>
                <a:ext uri="{FF2B5EF4-FFF2-40B4-BE49-F238E27FC236}">
                  <a16:creationId xmlns:a16="http://schemas.microsoft.com/office/drawing/2014/main" id="{ECDFDC1A-F3C1-46DD-BA8A-B26F0E40034F}"/>
                </a:ext>
              </a:extLst>
            </p:cNvPr>
            <p:cNvSpPr txBox="1"/>
            <p:nvPr/>
          </p:nvSpPr>
          <p:spPr>
            <a:xfrm>
              <a:off x="1088091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5" name="Legend4" hidden="1">
              <a:extLst>
                <a:ext uri="{FF2B5EF4-FFF2-40B4-BE49-F238E27FC236}">
                  <a16:creationId xmlns:a16="http://schemas.microsoft.com/office/drawing/2014/main" id="{CD72C34E-30F4-4200-98A7-2EF2C84DDF15}"/>
                </a:ext>
              </a:extLst>
            </p:cNvPr>
            <p:cNvSpPr txBox="1"/>
            <p:nvPr/>
          </p:nvSpPr>
          <p:spPr>
            <a:xfrm>
              <a:off x="1088091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6" name="Legend5" hidden="1">
              <a:extLst>
                <a:ext uri="{FF2B5EF4-FFF2-40B4-BE49-F238E27FC236}">
                  <a16:creationId xmlns:a16="http://schemas.microsoft.com/office/drawing/2014/main" id="{CB94D8DC-C813-4606-A8D0-16A84FA48101}"/>
                </a:ext>
              </a:extLst>
            </p:cNvPr>
            <p:cNvSpPr txBox="1"/>
            <p:nvPr/>
          </p:nvSpPr>
          <p:spPr>
            <a:xfrm>
              <a:off x="1088091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57" name="LegendLines" hidden="1">
            <a:extLst>
              <a:ext uri="{FF2B5EF4-FFF2-40B4-BE49-F238E27FC236}">
                <a16:creationId xmlns:a16="http://schemas.microsoft.com/office/drawing/2014/main" id="{1F40C2B2-9B8E-435E-9140-9AFE1760B992}"/>
              </a:ext>
            </a:extLst>
          </p:cNvPr>
          <p:cNvGrpSpPr/>
          <p:nvPr userDrawn="1"/>
        </p:nvGrpSpPr>
        <p:grpSpPr>
          <a:xfrm>
            <a:off x="10317304" y="3150831"/>
            <a:ext cx="1319960" cy="958286"/>
            <a:chOff x="10162879" y="3243772"/>
            <a:chExt cx="1319960" cy="958286"/>
          </a:xfrm>
        </p:grpSpPr>
        <p:sp>
          <p:nvSpPr>
            <p:cNvPr id="158" name="Legend1" hidden="1">
              <a:extLst>
                <a:ext uri="{FF2B5EF4-FFF2-40B4-BE49-F238E27FC236}">
                  <a16:creationId xmlns:a16="http://schemas.microsoft.com/office/drawing/2014/main" id="{66FDD6DA-5433-419D-A368-91FD291CDCD9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9" name="Legend2" hidden="1">
              <a:extLst>
                <a:ext uri="{FF2B5EF4-FFF2-40B4-BE49-F238E27FC236}">
                  <a16:creationId xmlns:a16="http://schemas.microsoft.com/office/drawing/2014/main" id="{82355D13-DC54-43DA-801D-98B19938BB16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0" name="Legend3" hidden="1">
              <a:extLst>
                <a:ext uri="{FF2B5EF4-FFF2-40B4-BE49-F238E27FC236}">
                  <a16:creationId xmlns:a16="http://schemas.microsoft.com/office/drawing/2014/main" id="{CDD5A8D3-39A9-4656-9EB4-752071FBD495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1" name="LineLegend3" hidden="1">
              <a:extLst>
                <a:ext uri="{FF2B5EF4-FFF2-40B4-BE49-F238E27FC236}">
                  <a16:creationId xmlns:a16="http://schemas.microsoft.com/office/drawing/2014/main" id="{757D229D-DBBB-4EC5-A3DF-9EA0DD21694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2" name="LineLegend2" hidden="1">
              <a:extLst>
                <a:ext uri="{FF2B5EF4-FFF2-40B4-BE49-F238E27FC236}">
                  <a16:creationId xmlns:a16="http://schemas.microsoft.com/office/drawing/2014/main" id="{1D0E6F0C-D566-40D2-A875-0510EB971F9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3" name="LineLegend1" hidden="1">
              <a:extLst>
                <a:ext uri="{FF2B5EF4-FFF2-40B4-BE49-F238E27FC236}">
                  <a16:creationId xmlns:a16="http://schemas.microsoft.com/office/drawing/2014/main" id="{ABBC5DF9-160A-478E-99C9-6A3F333A47F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64" name="LegendMoons" hidden="1">
            <a:extLst>
              <a:ext uri="{FF2B5EF4-FFF2-40B4-BE49-F238E27FC236}">
                <a16:creationId xmlns:a16="http://schemas.microsoft.com/office/drawing/2014/main" id="{0CD50DD8-6853-4009-A92D-253AE2CA75C4}"/>
              </a:ext>
            </a:extLst>
          </p:cNvPr>
          <p:cNvGrpSpPr/>
          <p:nvPr userDrawn="1"/>
        </p:nvGrpSpPr>
        <p:grpSpPr>
          <a:xfrm>
            <a:off x="10684859" y="1146588"/>
            <a:ext cx="948949" cy="1731859"/>
            <a:chOff x="7716535" y="2630582"/>
            <a:chExt cx="948949" cy="1731859"/>
          </a:xfrm>
        </p:grpSpPr>
        <p:sp>
          <p:nvSpPr>
            <p:cNvPr id="165" name="Legend1" hidden="1">
              <a:extLst>
                <a:ext uri="{FF2B5EF4-FFF2-40B4-BE49-F238E27FC236}">
                  <a16:creationId xmlns:a16="http://schemas.microsoft.com/office/drawing/2014/main" id="{D2D7F02A-4301-42CC-9659-9A94729545DE}"/>
                </a:ext>
              </a:extLst>
            </p:cNvPr>
            <p:cNvSpPr txBox="1"/>
            <p:nvPr/>
          </p:nvSpPr>
          <p:spPr>
            <a:xfrm>
              <a:off x="8069167" y="26379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6" name="Legend2" hidden="1">
              <a:extLst>
                <a:ext uri="{FF2B5EF4-FFF2-40B4-BE49-F238E27FC236}">
                  <a16:creationId xmlns:a16="http://schemas.microsoft.com/office/drawing/2014/main" id="{74FFDE6F-3BDF-43A1-8D23-124B21E85A9A}"/>
                </a:ext>
              </a:extLst>
            </p:cNvPr>
            <p:cNvSpPr txBox="1"/>
            <p:nvPr/>
          </p:nvSpPr>
          <p:spPr>
            <a:xfrm>
              <a:off x="8069167" y="301340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7" name="Legend3" hidden="1">
              <a:extLst>
                <a:ext uri="{FF2B5EF4-FFF2-40B4-BE49-F238E27FC236}">
                  <a16:creationId xmlns:a16="http://schemas.microsoft.com/office/drawing/2014/main" id="{68542F43-080E-4316-9B3C-C6B8789ECA95}"/>
                </a:ext>
              </a:extLst>
            </p:cNvPr>
            <p:cNvSpPr txBox="1"/>
            <p:nvPr/>
          </p:nvSpPr>
          <p:spPr>
            <a:xfrm>
              <a:off x="8069167" y="3388859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8" name="Legend4" hidden="1">
              <a:extLst>
                <a:ext uri="{FF2B5EF4-FFF2-40B4-BE49-F238E27FC236}">
                  <a16:creationId xmlns:a16="http://schemas.microsoft.com/office/drawing/2014/main" id="{D48E7D50-CDF6-475F-B829-59D0DB37331D}"/>
                </a:ext>
              </a:extLst>
            </p:cNvPr>
            <p:cNvSpPr txBox="1"/>
            <p:nvPr/>
          </p:nvSpPr>
          <p:spPr>
            <a:xfrm>
              <a:off x="8069167" y="3764318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209" name="Legend5" hidden="1">
              <a:extLst>
                <a:ext uri="{FF2B5EF4-FFF2-40B4-BE49-F238E27FC236}">
                  <a16:creationId xmlns:a16="http://schemas.microsoft.com/office/drawing/2014/main" id="{C7507D43-40B7-44D6-8E0E-E904BE0C00CA}"/>
                </a:ext>
              </a:extLst>
            </p:cNvPr>
            <p:cNvSpPr txBox="1"/>
            <p:nvPr/>
          </p:nvSpPr>
          <p:spPr>
            <a:xfrm>
              <a:off x="8069167" y="4139779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210" name="MoonLegend1" hidden="1">
              <a:extLst>
                <a:ext uri="{FF2B5EF4-FFF2-40B4-BE49-F238E27FC236}">
                  <a16:creationId xmlns:a16="http://schemas.microsoft.com/office/drawing/2014/main" id="{207722AD-B6F1-42A4-BDCA-219E7C31389D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16535" y="2630582"/>
              <a:ext cx="228600" cy="228600"/>
              <a:chOff x="762000" y="1270000"/>
              <a:chExt cx="254000" cy="254000"/>
            </a:xfrm>
          </p:grpSpPr>
          <p:sp>
            <p:nvSpPr>
              <p:cNvPr id="223" name="Oval 222" hidden="1">
                <a:extLst>
                  <a:ext uri="{FF2B5EF4-FFF2-40B4-BE49-F238E27FC236}">
                    <a16:creationId xmlns:a16="http://schemas.microsoft.com/office/drawing/2014/main" id="{72FCCF54-2D9B-465C-86E4-7C2265652E49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24" name="Arc 223" hidden="1">
                <a:extLst>
                  <a:ext uri="{FF2B5EF4-FFF2-40B4-BE49-F238E27FC236}">
                    <a16:creationId xmlns:a16="http://schemas.microsoft.com/office/drawing/2014/main" id="{00406560-8B94-4CC0-8E11-A771B55B2C93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1" name="MoonLegend2" hidden="1">
              <a:extLst>
                <a:ext uri="{FF2B5EF4-FFF2-40B4-BE49-F238E27FC236}">
                  <a16:creationId xmlns:a16="http://schemas.microsoft.com/office/drawing/2014/main" id="{B26BD6B0-8B18-4F3A-9D16-478C6075A6F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16535" y="3006395"/>
              <a:ext cx="228600" cy="228600"/>
              <a:chOff x="762000" y="1270000"/>
              <a:chExt cx="254000" cy="254000"/>
            </a:xfrm>
          </p:grpSpPr>
          <p:sp>
            <p:nvSpPr>
              <p:cNvPr id="221" name="Oval 220" hidden="1">
                <a:extLst>
                  <a:ext uri="{FF2B5EF4-FFF2-40B4-BE49-F238E27FC236}">
                    <a16:creationId xmlns:a16="http://schemas.microsoft.com/office/drawing/2014/main" id="{8A50BFF1-87D4-483C-BBBA-4FCBE85CCA84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22" name="Arc 221" hidden="1">
                <a:extLst>
                  <a:ext uri="{FF2B5EF4-FFF2-40B4-BE49-F238E27FC236}">
                    <a16:creationId xmlns:a16="http://schemas.microsoft.com/office/drawing/2014/main" id="{DD4F76F3-099B-4264-BD37-C2249638F340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2" name="MoonLegend3" hidden="1">
              <a:extLst>
                <a:ext uri="{FF2B5EF4-FFF2-40B4-BE49-F238E27FC236}">
                  <a16:creationId xmlns:a16="http://schemas.microsoft.com/office/drawing/2014/main" id="{7EB16BCA-9EA7-4D90-A692-31A2675DFED5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16535" y="3382210"/>
              <a:ext cx="228600" cy="228600"/>
              <a:chOff x="762000" y="1270000"/>
              <a:chExt cx="254000" cy="254000"/>
            </a:xfrm>
          </p:grpSpPr>
          <p:sp>
            <p:nvSpPr>
              <p:cNvPr id="219" name="Oval 218" hidden="1">
                <a:extLst>
                  <a:ext uri="{FF2B5EF4-FFF2-40B4-BE49-F238E27FC236}">
                    <a16:creationId xmlns:a16="http://schemas.microsoft.com/office/drawing/2014/main" id="{438C3705-9EA7-45A8-8048-F41ED492953B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20" name="Arc 219" hidden="1">
                <a:extLst>
                  <a:ext uri="{FF2B5EF4-FFF2-40B4-BE49-F238E27FC236}">
                    <a16:creationId xmlns:a16="http://schemas.microsoft.com/office/drawing/2014/main" id="{A1455071-4811-420A-AB94-9D9F61DAB8C4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3" name="MoonLegend4" hidden="1">
              <a:extLst>
                <a:ext uri="{FF2B5EF4-FFF2-40B4-BE49-F238E27FC236}">
                  <a16:creationId xmlns:a16="http://schemas.microsoft.com/office/drawing/2014/main" id="{01E19CE9-AFCB-405E-BFAD-7A1BE0FFE3B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16535" y="3758025"/>
              <a:ext cx="228600" cy="228600"/>
              <a:chOff x="762000" y="1270000"/>
              <a:chExt cx="254000" cy="254000"/>
            </a:xfrm>
          </p:grpSpPr>
          <p:sp>
            <p:nvSpPr>
              <p:cNvPr id="217" name="Oval 216" hidden="1">
                <a:extLst>
                  <a:ext uri="{FF2B5EF4-FFF2-40B4-BE49-F238E27FC236}">
                    <a16:creationId xmlns:a16="http://schemas.microsoft.com/office/drawing/2014/main" id="{46BDF415-CC6E-4B65-8FC0-4B50E02DE5C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8" name="Arc 217" hidden="1">
                <a:extLst>
                  <a:ext uri="{FF2B5EF4-FFF2-40B4-BE49-F238E27FC236}">
                    <a16:creationId xmlns:a16="http://schemas.microsoft.com/office/drawing/2014/main" id="{B79E2D75-CD49-4601-A6B1-A8F10FA71569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4" name="MoonLegend5" hidden="1">
              <a:extLst>
                <a:ext uri="{FF2B5EF4-FFF2-40B4-BE49-F238E27FC236}">
                  <a16:creationId xmlns:a16="http://schemas.microsoft.com/office/drawing/2014/main" id="{667F7B30-1C29-4D69-B7AF-DFC48F388F1B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16535" y="4133841"/>
              <a:ext cx="228600" cy="228600"/>
              <a:chOff x="762000" y="1270000"/>
              <a:chExt cx="254000" cy="254000"/>
            </a:xfrm>
          </p:grpSpPr>
          <p:sp>
            <p:nvSpPr>
              <p:cNvPr id="215" name="Oval 214" hidden="1">
                <a:extLst>
                  <a:ext uri="{FF2B5EF4-FFF2-40B4-BE49-F238E27FC236}">
                    <a16:creationId xmlns:a16="http://schemas.microsoft.com/office/drawing/2014/main" id="{CE251702-904A-4A2B-BD0A-70872937E927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6" name="Arc 215" hidden="1">
                <a:extLst>
                  <a:ext uri="{FF2B5EF4-FFF2-40B4-BE49-F238E27FC236}">
                    <a16:creationId xmlns:a16="http://schemas.microsoft.com/office/drawing/2014/main" id="{22CA699C-F022-4F0E-A933-6659B6B3BE87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169" name="Picture 168">
            <a:extLst>
              <a:ext uri="{FF2B5EF4-FFF2-40B4-BE49-F238E27FC236}">
                <a16:creationId xmlns:a16="http://schemas.microsoft.com/office/drawing/2014/main" id="{D39FFC86-0902-40D0-A9D9-8901B05C5827}"/>
              </a:ext>
            </a:extLst>
          </p:cNvPr>
          <p:cNvPicPr>
            <a:picLocks/>
          </p:cNvPicPr>
          <p:nvPr userDrawn="1"/>
        </p:nvPicPr>
        <p:blipFill>
          <a:blip r:embed="rId40" cstate="email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10059905" y="6414693"/>
            <a:ext cx="1237801" cy="302341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6E0B736C-0A2D-4B9A-98D4-B9CA88CA8F14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77" r:id="rId13"/>
    <p:sldLayoutId id="2147483895" r:id="rId14"/>
    <p:sldLayoutId id="2147483878" r:id="rId1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2pPr>
      <a:lvl3pPr marL="442913" indent="-2143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383756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13" imgH="416" progId="TCLayout.ActiveDocument.1">
                  <p:embed/>
                </p:oleObj>
              </mc:Choice>
              <mc:Fallback>
                <p:oleObj name="think-cell Slide" r:id="rId2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1" name="Picture 150">
            <a:extLst>
              <a:ext uri="{FF2B5EF4-FFF2-40B4-BE49-F238E27FC236}">
                <a16:creationId xmlns:a16="http://schemas.microsoft.com/office/drawing/2014/main" id="{F0E10E80-8132-44AB-BB3F-5480BE8CF6D2}"/>
              </a:ext>
            </a:extLst>
          </p:cNvPr>
          <p:cNvPicPr>
            <a:picLocks noChangeAspect="1"/>
          </p:cNvPicPr>
          <p:nvPr userDrawn="1"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custGeom>
            <a:avLst/>
            <a:gdLst>
              <a:gd name="connsiteX0" fmla="*/ 0 w 12192000"/>
              <a:gd name="connsiteY0" fmla="*/ 0 h 355600"/>
              <a:gd name="connsiteX1" fmla="*/ 12192000 w 12192000"/>
              <a:gd name="connsiteY1" fmla="*/ 0 h 355600"/>
              <a:gd name="connsiteX2" fmla="*/ 12192000 w 12192000"/>
              <a:gd name="connsiteY2" fmla="*/ 355600 h 355600"/>
              <a:gd name="connsiteX3" fmla="*/ 0 w 121920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5600">
                <a:moveTo>
                  <a:pt x="0" y="0"/>
                </a:moveTo>
                <a:lnTo>
                  <a:pt x="12192000" y="0"/>
                </a:lnTo>
                <a:lnTo>
                  <a:pt x="12192000" y="355600"/>
                </a:lnTo>
                <a:lnTo>
                  <a:pt x="0" y="355600"/>
                </a:lnTo>
                <a:close/>
              </a:path>
            </a:pathLst>
          </a:custGeom>
        </p:spPr>
      </p:pic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3972" y="6278400"/>
            <a:ext cx="8686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83878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130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9406C250-A34D-4158-A1D1-87482E24C5F6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171" name="Legend1" hidden="1">
              <a:extLst>
                <a:ext uri="{FF2B5EF4-FFF2-40B4-BE49-F238E27FC236}">
                  <a16:creationId xmlns:a16="http://schemas.microsoft.com/office/drawing/2014/main" id="{7B61CAFE-256D-4079-86AC-B71F8302C51B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2" name="Legend2" hidden="1">
              <a:extLst>
                <a:ext uri="{FF2B5EF4-FFF2-40B4-BE49-F238E27FC236}">
                  <a16:creationId xmlns:a16="http://schemas.microsoft.com/office/drawing/2014/main" id="{E7E6A338-28D5-4B72-B80B-5A2AD61D6A6B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73" name="Legend3" hidden="1">
              <a:extLst>
                <a:ext uri="{FF2B5EF4-FFF2-40B4-BE49-F238E27FC236}">
                  <a16:creationId xmlns:a16="http://schemas.microsoft.com/office/drawing/2014/main" id="{0F0D1871-1245-41D1-BA04-48F4D12B1D85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74" name="LineLegend3" hidden="1">
              <a:extLst>
                <a:ext uri="{FF2B5EF4-FFF2-40B4-BE49-F238E27FC236}">
                  <a16:creationId xmlns:a16="http://schemas.microsoft.com/office/drawing/2014/main" id="{9EAA3E87-E190-4249-B3A4-8C72814D119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5" name="LineLegend2" hidden="1">
              <a:extLst>
                <a:ext uri="{FF2B5EF4-FFF2-40B4-BE49-F238E27FC236}">
                  <a16:creationId xmlns:a16="http://schemas.microsoft.com/office/drawing/2014/main" id="{17D42BB7-943A-48F5-A460-C5D8DF0252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6" name="LineLegend1" hidden="1">
              <a:extLst>
                <a:ext uri="{FF2B5EF4-FFF2-40B4-BE49-F238E27FC236}">
                  <a16:creationId xmlns:a16="http://schemas.microsoft.com/office/drawing/2014/main" id="{C4B4D980-0E98-45C8-8373-AFB3024950E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DDF7054D-81CA-4782-AE2D-CE25A9875674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78" name="Legend1" hidden="1">
              <a:extLst>
                <a:ext uri="{FF2B5EF4-FFF2-40B4-BE49-F238E27FC236}">
                  <a16:creationId xmlns:a16="http://schemas.microsoft.com/office/drawing/2014/main" id="{C7F6542A-BFC7-4133-8901-22E1029FCE73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86" name="Legend2" hidden="1">
              <a:extLst>
                <a:ext uri="{FF2B5EF4-FFF2-40B4-BE49-F238E27FC236}">
                  <a16:creationId xmlns:a16="http://schemas.microsoft.com/office/drawing/2014/main" id="{48DDD354-88FD-46E7-AF57-2B56EB4B8E89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8" name="Legend3" hidden="1">
              <a:extLst>
                <a:ext uri="{FF2B5EF4-FFF2-40B4-BE49-F238E27FC236}">
                  <a16:creationId xmlns:a16="http://schemas.microsoft.com/office/drawing/2014/main" id="{0F3C019E-94C7-4DFC-9F59-70CBE3979E28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9" name="Legend4" hidden="1">
              <a:extLst>
                <a:ext uri="{FF2B5EF4-FFF2-40B4-BE49-F238E27FC236}">
                  <a16:creationId xmlns:a16="http://schemas.microsoft.com/office/drawing/2014/main" id="{63A41E82-B13F-4142-940A-EB7753D0D89F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0" name="Legend5" hidden="1">
              <a:extLst>
                <a:ext uri="{FF2B5EF4-FFF2-40B4-BE49-F238E27FC236}">
                  <a16:creationId xmlns:a16="http://schemas.microsoft.com/office/drawing/2014/main" id="{9601C651-482D-46A1-AD4C-6FF5A046A398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201" name="MoonLegend1" hidden="1">
              <a:extLst>
                <a:ext uri="{FF2B5EF4-FFF2-40B4-BE49-F238E27FC236}">
                  <a16:creationId xmlns:a16="http://schemas.microsoft.com/office/drawing/2014/main" id="{255C3BAF-8B0C-451F-85B1-FA94DADCD9A7}"/>
                </a:ext>
              </a:extLst>
            </p:cNvPr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 hidden="1">
                <a:extLst>
                  <a:ext uri="{FF2B5EF4-FFF2-40B4-BE49-F238E27FC236}">
                    <a16:creationId xmlns:a16="http://schemas.microsoft.com/office/drawing/2014/main" id="{4E8BF067-ED31-43BD-9281-97EFE0BEA527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5" name="Arc 214" hidden="1">
                <a:extLst>
                  <a:ext uri="{FF2B5EF4-FFF2-40B4-BE49-F238E27FC236}">
                    <a16:creationId xmlns:a16="http://schemas.microsoft.com/office/drawing/2014/main" id="{59041285-2EC7-4DB8-BAAD-066A02A3B6DB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2" name="MoonLegend2" hidden="1">
              <a:extLst>
                <a:ext uri="{FF2B5EF4-FFF2-40B4-BE49-F238E27FC236}">
                  <a16:creationId xmlns:a16="http://schemas.microsoft.com/office/drawing/2014/main" id="{914B3FEE-DF00-4DD3-88FA-DE929AE11350}"/>
                </a:ext>
              </a:extLst>
            </p:cNvPr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 hidden="1">
                <a:extLst>
                  <a:ext uri="{FF2B5EF4-FFF2-40B4-BE49-F238E27FC236}">
                    <a16:creationId xmlns:a16="http://schemas.microsoft.com/office/drawing/2014/main" id="{296FFEB7-00EA-46E1-AD22-FACF628E985F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3" name="Arc 212" hidden="1">
                <a:extLst>
                  <a:ext uri="{FF2B5EF4-FFF2-40B4-BE49-F238E27FC236}">
                    <a16:creationId xmlns:a16="http://schemas.microsoft.com/office/drawing/2014/main" id="{4D2808B4-4528-4937-A7F9-F6B3CBA404AA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3" name="MoonLegend3" hidden="1">
              <a:extLst>
                <a:ext uri="{FF2B5EF4-FFF2-40B4-BE49-F238E27FC236}">
                  <a16:creationId xmlns:a16="http://schemas.microsoft.com/office/drawing/2014/main" id="{E688A3CB-1DD2-445A-AB2D-01FE4105CB5E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 hidden="1">
                <a:extLst>
                  <a:ext uri="{FF2B5EF4-FFF2-40B4-BE49-F238E27FC236}">
                    <a16:creationId xmlns:a16="http://schemas.microsoft.com/office/drawing/2014/main" id="{C708E11D-DACE-4994-BAA2-99A2CFDD3C53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1" name="Arc 210" hidden="1">
                <a:extLst>
                  <a:ext uri="{FF2B5EF4-FFF2-40B4-BE49-F238E27FC236}">
                    <a16:creationId xmlns:a16="http://schemas.microsoft.com/office/drawing/2014/main" id="{6D7EF8D8-14FA-4547-93C3-002C847565E2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4" name="MoonLegend4" hidden="1">
              <a:extLst>
                <a:ext uri="{FF2B5EF4-FFF2-40B4-BE49-F238E27FC236}">
                  <a16:creationId xmlns:a16="http://schemas.microsoft.com/office/drawing/2014/main" id="{8A3FF0BD-642A-42A5-B32D-9E9E77ED86FF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 hidden="1">
                <a:extLst>
                  <a:ext uri="{FF2B5EF4-FFF2-40B4-BE49-F238E27FC236}">
                    <a16:creationId xmlns:a16="http://schemas.microsoft.com/office/drawing/2014/main" id="{B79CEE59-FBA3-4B81-B288-76220EFE3070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9" name="Arc 208" hidden="1">
                <a:extLst>
                  <a:ext uri="{FF2B5EF4-FFF2-40B4-BE49-F238E27FC236}">
                    <a16:creationId xmlns:a16="http://schemas.microsoft.com/office/drawing/2014/main" id="{D00459ED-1960-4630-BF5C-F079B068D4C3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5" name="MoonLegend5" hidden="1">
              <a:extLst>
                <a:ext uri="{FF2B5EF4-FFF2-40B4-BE49-F238E27FC236}">
                  <a16:creationId xmlns:a16="http://schemas.microsoft.com/office/drawing/2014/main" id="{96D2E61A-D3E1-4768-8E0F-401DAFD11662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 hidden="1">
                <a:extLst>
                  <a:ext uri="{FF2B5EF4-FFF2-40B4-BE49-F238E27FC236}">
                    <a16:creationId xmlns:a16="http://schemas.microsoft.com/office/drawing/2014/main" id="{2F4DCDCF-5AC9-4639-BEAE-9E1B0FE29EFD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7" name="Arc 206" hidden="1">
                <a:extLst>
                  <a:ext uri="{FF2B5EF4-FFF2-40B4-BE49-F238E27FC236}">
                    <a16:creationId xmlns:a16="http://schemas.microsoft.com/office/drawing/2014/main" id="{725A14AB-43C2-452F-BAF3-199FA5410B75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3F6A0241-28FE-4C60-979A-A0B42E588EB3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217" name="RectangleLegend1" hidden="1">
              <a:extLst>
                <a:ext uri="{FF2B5EF4-FFF2-40B4-BE49-F238E27FC236}">
                  <a16:creationId xmlns:a16="http://schemas.microsoft.com/office/drawing/2014/main" id="{C2DB9A65-62C1-43BB-907E-1CF4E38A6765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8" name="RectangleLegend2" hidden="1">
              <a:extLst>
                <a:ext uri="{FF2B5EF4-FFF2-40B4-BE49-F238E27FC236}">
                  <a16:creationId xmlns:a16="http://schemas.microsoft.com/office/drawing/2014/main" id="{1DD0F2E8-29A0-462C-9623-679EAE664235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9" name="RectangleLegend3" hidden="1">
              <a:extLst>
                <a:ext uri="{FF2B5EF4-FFF2-40B4-BE49-F238E27FC236}">
                  <a16:creationId xmlns:a16="http://schemas.microsoft.com/office/drawing/2014/main" id="{73E92E52-B4DF-4315-BAF4-72FDE35B7487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0" name="RectangleLegend4" hidden="1">
              <a:extLst>
                <a:ext uri="{FF2B5EF4-FFF2-40B4-BE49-F238E27FC236}">
                  <a16:creationId xmlns:a16="http://schemas.microsoft.com/office/drawing/2014/main" id="{E688A3EE-85F1-4C5F-A411-EAD70F3A5B42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1" name="RectangleLegend5" hidden="1">
              <a:extLst>
                <a:ext uri="{FF2B5EF4-FFF2-40B4-BE49-F238E27FC236}">
                  <a16:creationId xmlns:a16="http://schemas.microsoft.com/office/drawing/2014/main" id="{13270C13-5FF6-4534-B79D-2F8721762653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2" name="Legend1" hidden="1">
              <a:extLst>
                <a:ext uri="{FF2B5EF4-FFF2-40B4-BE49-F238E27FC236}">
                  <a16:creationId xmlns:a16="http://schemas.microsoft.com/office/drawing/2014/main" id="{EF7EAB6C-27F1-4199-8AC0-FD3AE9F21C5B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3" name="Legend2" hidden="1">
              <a:extLst>
                <a:ext uri="{FF2B5EF4-FFF2-40B4-BE49-F238E27FC236}">
                  <a16:creationId xmlns:a16="http://schemas.microsoft.com/office/drawing/2014/main" id="{D9961983-C30B-4465-BEAF-6AB6AA5AD639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4" name="Legend3" hidden="1">
              <a:extLst>
                <a:ext uri="{FF2B5EF4-FFF2-40B4-BE49-F238E27FC236}">
                  <a16:creationId xmlns:a16="http://schemas.microsoft.com/office/drawing/2014/main" id="{18D6FC9E-3699-4084-B109-ADEEA641C28F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" name="Legend4" hidden="1">
              <a:extLst>
                <a:ext uri="{FF2B5EF4-FFF2-40B4-BE49-F238E27FC236}">
                  <a16:creationId xmlns:a16="http://schemas.microsoft.com/office/drawing/2014/main" id="{E600615A-8B04-4AFD-845D-68A006FF1EAC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6" name="Legend5" hidden="1">
              <a:extLst>
                <a:ext uri="{FF2B5EF4-FFF2-40B4-BE49-F238E27FC236}">
                  <a16:creationId xmlns:a16="http://schemas.microsoft.com/office/drawing/2014/main" id="{CC55C0B6-39D3-4D1D-94E7-4EAD9AAB6BD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pic>
        <p:nvPicPr>
          <p:cNvPr id="149" name="Graphic 148">
            <a:extLst>
              <a:ext uri="{FF2B5EF4-FFF2-40B4-BE49-F238E27FC236}">
                <a16:creationId xmlns:a16="http://schemas.microsoft.com/office/drawing/2014/main" id="{3D931752-13CC-4AE9-97F1-EFA120699060}"/>
              </a:ext>
            </a:extLst>
          </p:cNvPr>
          <p:cNvPicPr>
            <a:picLocks/>
          </p:cNvPicPr>
          <p:nvPr userDrawn="1"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  <p:sp>
        <p:nvSpPr>
          <p:cNvPr id="6" name="SlideLogoText" hidden="1">
            <a:extLst>
              <a:ext uri="{FF2B5EF4-FFF2-40B4-BE49-F238E27FC236}">
                <a16:creationId xmlns:a16="http://schemas.microsoft.com/office/drawing/2014/main" id="{76CBF7F3-5BF1-49BC-9FF8-32FB2077D6A2}"/>
              </a:ext>
            </a:extLst>
          </p:cNvPr>
          <p:cNvSpPr txBox="1"/>
          <p:nvPr userDrawn="1"/>
        </p:nvSpPr>
        <p:spPr>
          <a:xfrm>
            <a:off x="10281196" y="6615212"/>
            <a:ext cx="1256754" cy="1538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McKinsey &amp; Company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45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2" r:id="rId3"/>
    <p:sldLayoutId id="2147483994" r:id="rId4"/>
    <p:sldLayoutId id="2147484003" r:id="rId5"/>
    <p:sldLayoutId id="2147484099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2pPr>
      <a:lvl3pPr marL="442913" indent="-2143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40B17A4-151A-442A-85BB-61D97FD47C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38089980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9" imgW="592" imgH="591" progId="TCLayout.ActiveDocument.1">
                  <p:embed/>
                </p:oleObj>
              </mc:Choice>
              <mc:Fallback>
                <p:oleObj name="think-cell Slide" r:id="rId3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40B17A4-151A-442A-85BB-61D97FD47C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C7BD8EE-EB6C-498B-AE29-21A822EB3752}"/>
              </a:ext>
            </a:extLst>
          </p:cNvPr>
          <p:cNvSpPr>
            <a:spLocks/>
          </p:cNvSpPr>
          <p:nvPr/>
        </p:nvSpPr>
        <p:spPr>
          <a:xfrm>
            <a:off x="10069848" y="6422935"/>
            <a:ext cx="1225647" cy="288055"/>
          </a:xfrm>
          <a:custGeom>
            <a:avLst/>
            <a:gdLst>
              <a:gd name="connsiteX0" fmla="*/ 290113 w 1225647"/>
              <a:gd name="connsiteY0" fmla="*/ 142928 h 288055"/>
              <a:gd name="connsiteX1" fmla="*/ 146440 w 1225647"/>
              <a:gd name="connsiteY1" fmla="*/ 288052 h 288055"/>
              <a:gd name="connsiteX2" fmla="*/ 4 w 1225647"/>
              <a:gd name="connsiteY2" fmla="*/ 145127 h 288055"/>
              <a:gd name="connsiteX3" fmla="*/ 143677 w 1225647"/>
              <a:gd name="connsiteY3" fmla="*/ 4 h 288055"/>
              <a:gd name="connsiteX4" fmla="*/ 144782 w 1225647"/>
              <a:gd name="connsiteY4" fmla="*/ 4 h 288055"/>
              <a:gd name="connsiteX5" fmla="*/ 290113 w 1225647"/>
              <a:gd name="connsiteY5" fmla="*/ 142928 h 288055"/>
              <a:gd name="connsiteX6" fmla="*/ 358634 w 1225647"/>
              <a:gd name="connsiteY6" fmla="*/ 144028 h 288055"/>
              <a:gd name="connsiteX7" fmla="*/ 403394 w 1225647"/>
              <a:gd name="connsiteY7" fmla="*/ 97852 h 288055"/>
              <a:gd name="connsiteX8" fmla="*/ 405052 w 1225647"/>
              <a:gd name="connsiteY8" fmla="*/ 97852 h 288055"/>
              <a:gd name="connsiteX9" fmla="*/ 441523 w 1225647"/>
              <a:gd name="connsiteY9" fmla="*/ 115443 h 288055"/>
              <a:gd name="connsiteX10" fmla="*/ 430471 w 1225647"/>
              <a:gd name="connsiteY10" fmla="*/ 123139 h 288055"/>
              <a:gd name="connsiteX11" fmla="*/ 404499 w 1225647"/>
              <a:gd name="connsiteY11" fmla="*/ 111045 h 288055"/>
              <a:gd name="connsiteX12" fmla="*/ 373002 w 1225647"/>
              <a:gd name="connsiteY12" fmla="*/ 144578 h 288055"/>
              <a:gd name="connsiteX13" fmla="*/ 402841 w 1225647"/>
              <a:gd name="connsiteY13" fmla="*/ 178110 h 288055"/>
              <a:gd name="connsiteX14" fmla="*/ 405052 w 1225647"/>
              <a:gd name="connsiteY14" fmla="*/ 178110 h 288055"/>
              <a:gd name="connsiteX15" fmla="*/ 432681 w 1225647"/>
              <a:gd name="connsiteY15" fmla="*/ 164917 h 288055"/>
              <a:gd name="connsiteX16" fmla="*/ 443733 w 1225647"/>
              <a:gd name="connsiteY16" fmla="*/ 172613 h 288055"/>
              <a:gd name="connsiteX17" fmla="*/ 376870 w 1225647"/>
              <a:gd name="connsiteY17" fmla="*/ 181408 h 288055"/>
              <a:gd name="connsiteX18" fmla="*/ 358634 w 1225647"/>
              <a:gd name="connsiteY18" fmla="*/ 144028 h 288055"/>
              <a:gd name="connsiteX19" fmla="*/ 478546 w 1225647"/>
              <a:gd name="connsiteY19" fmla="*/ 144028 h 288055"/>
              <a:gd name="connsiteX20" fmla="*/ 524964 w 1225647"/>
              <a:gd name="connsiteY20" fmla="*/ 96203 h 288055"/>
              <a:gd name="connsiteX21" fmla="*/ 573039 w 1225647"/>
              <a:gd name="connsiteY21" fmla="*/ 142379 h 288055"/>
              <a:gd name="connsiteX22" fmla="*/ 526622 w 1225647"/>
              <a:gd name="connsiteY22" fmla="*/ 190204 h 288055"/>
              <a:gd name="connsiteX23" fmla="*/ 526069 w 1225647"/>
              <a:gd name="connsiteY23" fmla="*/ 190204 h 288055"/>
              <a:gd name="connsiteX24" fmla="*/ 479099 w 1225647"/>
              <a:gd name="connsiteY24" fmla="*/ 145677 h 288055"/>
              <a:gd name="connsiteX25" fmla="*/ 478546 w 1225647"/>
              <a:gd name="connsiteY25" fmla="*/ 144028 h 288055"/>
              <a:gd name="connsiteX26" fmla="*/ 558119 w 1225647"/>
              <a:gd name="connsiteY26" fmla="*/ 144028 h 288055"/>
              <a:gd name="connsiteX27" fmla="*/ 526069 w 1225647"/>
              <a:gd name="connsiteY27" fmla="*/ 112145 h 288055"/>
              <a:gd name="connsiteX28" fmla="*/ 494019 w 1225647"/>
              <a:gd name="connsiteY28" fmla="*/ 144028 h 288055"/>
              <a:gd name="connsiteX29" fmla="*/ 494019 w 1225647"/>
              <a:gd name="connsiteY29" fmla="*/ 144028 h 288055"/>
              <a:gd name="connsiteX30" fmla="*/ 526069 w 1225647"/>
              <a:gd name="connsiteY30" fmla="*/ 175911 h 288055"/>
              <a:gd name="connsiteX31" fmla="*/ 558119 w 1225647"/>
              <a:gd name="connsiteY31" fmla="*/ 144028 h 288055"/>
              <a:gd name="connsiteX32" fmla="*/ 558119 w 1225647"/>
              <a:gd name="connsiteY32" fmla="*/ 144028 h 288055"/>
              <a:gd name="connsiteX33" fmla="*/ 629956 w 1225647"/>
              <a:gd name="connsiteY33" fmla="*/ 189104 h 288055"/>
              <a:gd name="connsiteX34" fmla="*/ 615588 w 1225647"/>
              <a:gd name="connsiteY34" fmla="*/ 189104 h 288055"/>
              <a:gd name="connsiteX35" fmla="*/ 615588 w 1225647"/>
              <a:gd name="connsiteY35" fmla="*/ 98951 h 288055"/>
              <a:gd name="connsiteX36" fmla="*/ 644876 w 1225647"/>
              <a:gd name="connsiteY36" fmla="*/ 98951 h 288055"/>
              <a:gd name="connsiteX37" fmla="*/ 678584 w 1225647"/>
              <a:gd name="connsiteY37" fmla="*/ 127536 h 288055"/>
              <a:gd name="connsiteX38" fmla="*/ 660901 w 1225647"/>
              <a:gd name="connsiteY38" fmla="*/ 153373 h 288055"/>
              <a:gd name="connsiteX39" fmla="*/ 683004 w 1225647"/>
              <a:gd name="connsiteY39" fmla="*/ 189104 h 288055"/>
              <a:gd name="connsiteX40" fmla="*/ 667532 w 1225647"/>
              <a:gd name="connsiteY40" fmla="*/ 189104 h 288055"/>
              <a:gd name="connsiteX41" fmla="*/ 647086 w 1225647"/>
              <a:gd name="connsiteY41" fmla="*/ 155572 h 288055"/>
              <a:gd name="connsiteX42" fmla="*/ 630508 w 1225647"/>
              <a:gd name="connsiteY42" fmla="*/ 155572 h 288055"/>
              <a:gd name="connsiteX43" fmla="*/ 629956 w 1225647"/>
              <a:gd name="connsiteY43" fmla="*/ 189104 h 288055"/>
              <a:gd name="connsiteX44" fmla="*/ 644323 w 1225647"/>
              <a:gd name="connsiteY44" fmla="*/ 143478 h 288055"/>
              <a:gd name="connsiteX45" fmla="*/ 663664 w 1225647"/>
              <a:gd name="connsiteY45" fmla="*/ 127536 h 288055"/>
              <a:gd name="connsiteX46" fmla="*/ 644323 w 1225647"/>
              <a:gd name="connsiteY46" fmla="*/ 111595 h 288055"/>
              <a:gd name="connsiteX47" fmla="*/ 629956 w 1225647"/>
              <a:gd name="connsiteY47" fmla="*/ 111595 h 288055"/>
              <a:gd name="connsiteX48" fmla="*/ 629956 w 1225647"/>
              <a:gd name="connsiteY48" fmla="*/ 143478 h 288055"/>
              <a:gd name="connsiteX49" fmla="*/ 644323 w 1225647"/>
              <a:gd name="connsiteY49" fmla="*/ 143478 h 288055"/>
              <a:gd name="connsiteX50" fmla="*/ 740474 w 1225647"/>
              <a:gd name="connsiteY50" fmla="*/ 111595 h 288055"/>
              <a:gd name="connsiteX51" fmla="*/ 713397 w 1225647"/>
              <a:gd name="connsiteY51" fmla="*/ 111595 h 288055"/>
              <a:gd name="connsiteX52" fmla="*/ 713397 w 1225647"/>
              <a:gd name="connsiteY52" fmla="*/ 98951 h 288055"/>
              <a:gd name="connsiteX53" fmla="*/ 781918 w 1225647"/>
              <a:gd name="connsiteY53" fmla="*/ 98951 h 288055"/>
              <a:gd name="connsiteX54" fmla="*/ 781918 w 1225647"/>
              <a:gd name="connsiteY54" fmla="*/ 111595 h 288055"/>
              <a:gd name="connsiteX55" fmla="*/ 754841 w 1225647"/>
              <a:gd name="connsiteY55" fmla="*/ 111595 h 288055"/>
              <a:gd name="connsiteX56" fmla="*/ 754841 w 1225647"/>
              <a:gd name="connsiteY56" fmla="*/ 189104 h 288055"/>
              <a:gd name="connsiteX57" fmla="*/ 740474 w 1225647"/>
              <a:gd name="connsiteY57" fmla="*/ 189104 h 288055"/>
              <a:gd name="connsiteX58" fmla="*/ 740474 w 1225647"/>
              <a:gd name="connsiteY58" fmla="*/ 111595 h 288055"/>
              <a:gd name="connsiteX59" fmla="*/ 822257 w 1225647"/>
              <a:gd name="connsiteY59" fmla="*/ 98951 h 288055"/>
              <a:gd name="connsiteX60" fmla="*/ 836624 w 1225647"/>
              <a:gd name="connsiteY60" fmla="*/ 98951 h 288055"/>
              <a:gd name="connsiteX61" fmla="*/ 836624 w 1225647"/>
              <a:gd name="connsiteY61" fmla="*/ 176461 h 288055"/>
              <a:gd name="connsiteX62" fmla="*/ 876963 w 1225647"/>
              <a:gd name="connsiteY62" fmla="*/ 176461 h 288055"/>
              <a:gd name="connsiteX63" fmla="*/ 876963 w 1225647"/>
              <a:gd name="connsiteY63" fmla="*/ 189104 h 288055"/>
              <a:gd name="connsiteX64" fmla="*/ 822257 w 1225647"/>
              <a:gd name="connsiteY64" fmla="*/ 189104 h 288055"/>
              <a:gd name="connsiteX65" fmla="*/ 822257 w 1225647"/>
              <a:gd name="connsiteY65" fmla="*/ 98951 h 288055"/>
              <a:gd name="connsiteX66" fmla="*/ 969799 w 1225647"/>
              <a:gd name="connsiteY66" fmla="*/ 172613 h 288055"/>
              <a:gd name="connsiteX67" fmla="*/ 932775 w 1225647"/>
              <a:gd name="connsiteY67" fmla="*/ 172613 h 288055"/>
              <a:gd name="connsiteX68" fmla="*/ 925591 w 1225647"/>
              <a:gd name="connsiteY68" fmla="*/ 189654 h 288055"/>
              <a:gd name="connsiteX69" fmla="*/ 911224 w 1225647"/>
              <a:gd name="connsiteY69" fmla="*/ 189654 h 288055"/>
              <a:gd name="connsiteX70" fmla="*/ 951010 w 1225647"/>
              <a:gd name="connsiteY70" fmla="*/ 97852 h 288055"/>
              <a:gd name="connsiteX71" fmla="*/ 951563 w 1225647"/>
              <a:gd name="connsiteY71" fmla="*/ 97852 h 288055"/>
              <a:gd name="connsiteX72" fmla="*/ 991902 w 1225647"/>
              <a:gd name="connsiteY72" fmla="*/ 189654 h 288055"/>
              <a:gd name="connsiteX73" fmla="*/ 976430 w 1225647"/>
              <a:gd name="connsiteY73" fmla="*/ 189654 h 288055"/>
              <a:gd name="connsiteX74" fmla="*/ 969799 w 1225647"/>
              <a:gd name="connsiteY74" fmla="*/ 172613 h 288055"/>
              <a:gd name="connsiteX75" fmla="*/ 938301 w 1225647"/>
              <a:gd name="connsiteY75" fmla="*/ 159969 h 288055"/>
              <a:gd name="connsiteX76" fmla="*/ 964825 w 1225647"/>
              <a:gd name="connsiteY76" fmla="*/ 159969 h 288055"/>
              <a:gd name="connsiteX77" fmla="*/ 951563 w 1225647"/>
              <a:gd name="connsiteY77" fmla="*/ 128636 h 288055"/>
              <a:gd name="connsiteX78" fmla="*/ 938301 w 1225647"/>
              <a:gd name="connsiteY78" fmla="*/ 159969 h 288055"/>
              <a:gd name="connsiteX79" fmla="*/ 1045503 w 1225647"/>
              <a:gd name="connsiteY79" fmla="*/ 129735 h 288055"/>
              <a:gd name="connsiteX80" fmla="*/ 1045503 w 1225647"/>
              <a:gd name="connsiteY80" fmla="*/ 189104 h 288055"/>
              <a:gd name="connsiteX81" fmla="*/ 1032241 w 1225647"/>
              <a:gd name="connsiteY81" fmla="*/ 189104 h 288055"/>
              <a:gd name="connsiteX82" fmla="*/ 1032241 w 1225647"/>
              <a:gd name="connsiteY82" fmla="*/ 97852 h 288055"/>
              <a:gd name="connsiteX83" fmla="*/ 1033346 w 1225647"/>
              <a:gd name="connsiteY83" fmla="*/ 97852 h 288055"/>
              <a:gd name="connsiteX84" fmla="*/ 1091921 w 1225647"/>
              <a:gd name="connsiteY84" fmla="*/ 158320 h 288055"/>
              <a:gd name="connsiteX85" fmla="*/ 1091921 w 1225647"/>
              <a:gd name="connsiteY85" fmla="*/ 98951 h 288055"/>
              <a:gd name="connsiteX86" fmla="*/ 1105183 w 1225647"/>
              <a:gd name="connsiteY86" fmla="*/ 98951 h 288055"/>
              <a:gd name="connsiteX87" fmla="*/ 1105183 w 1225647"/>
              <a:gd name="connsiteY87" fmla="*/ 190204 h 288055"/>
              <a:gd name="connsiteX88" fmla="*/ 1104078 w 1225647"/>
              <a:gd name="connsiteY88" fmla="*/ 190204 h 288055"/>
              <a:gd name="connsiteX89" fmla="*/ 1045503 w 1225647"/>
              <a:gd name="connsiteY89" fmla="*/ 129735 h 288055"/>
              <a:gd name="connsiteX90" fmla="*/ 1151601 w 1225647"/>
              <a:gd name="connsiteY90" fmla="*/ 98951 h 288055"/>
              <a:gd name="connsiteX91" fmla="*/ 1177572 w 1225647"/>
              <a:gd name="connsiteY91" fmla="*/ 98951 h 288055"/>
              <a:gd name="connsiteX92" fmla="*/ 1225648 w 1225647"/>
              <a:gd name="connsiteY92" fmla="*/ 144028 h 288055"/>
              <a:gd name="connsiteX93" fmla="*/ 1177572 w 1225647"/>
              <a:gd name="connsiteY93" fmla="*/ 189104 h 288055"/>
              <a:gd name="connsiteX94" fmla="*/ 1151601 w 1225647"/>
              <a:gd name="connsiteY94" fmla="*/ 189104 h 288055"/>
              <a:gd name="connsiteX95" fmla="*/ 1151601 w 1225647"/>
              <a:gd name="connsiteY95" fmla="*/ 98951 h 288055"/>
              <a:gd name="connsiteX96" fmla="*/ 1176467 w 1225647"/>
              <a:gd name="connsiteY96" fmla="*/ 176461 h 288055"/>
              <a:gd name="connsiteX97" fmla="*/ 1210728 w 1225647"/>
              <a:gd name="connsiteY97" fmla="*/ 144028 h 288055"/>
              <a:gd name="connsiteX98" fmla="*/ 1176467 w 1225647"/>
              <a:gd name="connsiteY98" fmla="*/ 111595 h 288055"/>
              <a:gd name="connsiteX99" fmla="*/ 1165968 w 1225647"/>
              <a:gd name="connsiteY99" fmla="*/ 111595 h 288055"/>
              <a:gd name="connsiteX100" fmla="*/ 1165968 w 1225647"/>
              <a:gd name="connsiteY100" fmla="*/ 176461 h 288055"/>
              <a:gd name="connsiteX101" fmla="*/ 1176467 w 1225647"/>
              <a:gd name="connsiteY101" fmla="*/ 176461 h 2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25647" h="288055">
                <a:moveTo>
                  <a:pt x="290113" y="142928"/>
                </a:moveTo>
                <a:cubicBezTo>
                  <a:pt x="290666" y="222636"/>
                  <a:pt x="226565" y="287502"/>
                  <a:pt x="146440" y="288052"/>
                </a:cubicBezTo>
                <a:cubicBezTo>
                  <a:pt x="66314" y="288602"/>
                  <a:pt x="1109" y="224286"/>
                  <a:pt x="4" y="145127"/>
                </a:cubicBezTo>
                <a:cubicBezTo>
                  <a:pt x="-549" y="65419"/>
                  <a:pt x="64104" y="553"/>
                  <a:pt x="143677" y="4"/>
                </a:cubicBezTo>
                <a:cubicBezTo>
                  <a:pt x="144229" y="4"/>
                  <a:pt x="144229" y="4"/>
                  <a:pt x="144782" y="4"/>
                </a:cubicBezTo>
                <a:cubicBezTo>
                  <a:pt x="224908" y="-546"/>
                  <a:pt x="289561" y="63220"/>
                  <a:pt x="290113" y="142928"/>
                </a:cubicBezTo>
                <a:moveTo>
                  <a:pt x="358634" y="144028"/>
                </a:moveTo>
                <a:cubicBezTo>
                  <a:pt x="358082" y="118741"/>
                  <a:pt x="378528" y="98402"/>
                  <a:pt x="403394" y="97852"/>
                </a:cubicBezTo>
                <a:cubicBezTo>
                  <a:pt x="403947" y="97852"/>
                  <a:pt x="404499" y="97852"/>
                  <a:pt x="405052" y="97852"/>
                </a:cubicBezTo>
                <a:cubicBezTo>
                  <a:pt x="419419" y="97302"/>
                  <a:pt x="433234" y="103899"/>
                  <a:pt x="441523" y="115443"/>
                </a:cubicBezTo>
                <a:lnTo>
                  <a:pt x="430471" y="123139"/>
                </a:lnTo>
                <a:cubicBezTo>
                  <a:pt x="424392" y="114893"/>
                  <a:pt x="414446" y="109946"/>
                  <a:pt x="404499" y="111045"/>
                </a:cubicBezTo>
                <a:cubicBezTo>
                  <a:pt x="386264" y="111045"/>
                  <a:pt x="373002" y="125338"/>
                  <a:pt x="373002" y="144578"/>
                </a:cubicBezTo>
                <a:cubicBezTo>
                  <a:pt x="371896" y="162168"/>
                  <a:pt x="385159" y="177010"/>
                  <a:pt x="402841" y="178110"/>
                </a:cubicBezTo>
                <a:cubicBezTo>
                  <a:pt x="403394" y="178110"/>
                  <a:pt x="404499" y="178110"/>
                  <a:pt x="405052" y="178110"/>
                </a:cubicBezTo>
                <a:cubicBezTo>
                  <a:pt x="416104" y="178660"/>
                  <a:pt x="426050" y="173712"/>
                  <a:pt x="432681" y="164917"/>
                </a:cubicBezTo>
                <a:lnTo>
                  <a:pt x="443733" y="172613"/>
                </a:lnTo>
                <a:cubicBezTo>
                  <a:pt x="427708" y="193502"/>
                  <a:pt x="397868" y="197350"/>
                  <a:pt x="376870" y="181408"/>
                </a:cubicBezTo>
                <a:cubicBezTo>
                  <a:pt x="365818" y="172063"/>
                  <a:pt x="359187" y="158320"/>
                  <a:pt x="358634" y="144028"/>
                </a:cubicBezTo>
                <a:moveTo>
                  <a:pt x="478546" y="144028"/>
                </a:moveTo>
                <a:cubicBezTo>
                  <a:pt x="477994" y="118191"/>
                  <a:pt x="498992" y="96753"/>
                  <a:pt x="524964" y="96203"/>
                </a:cubicBezTo>
                <a:cubicBezTo>
                  <a:pt x="550936" y="95653"/>
                  <a:pt x="572487" y="116542"/>
                  <a:pt x="573039" y="142379"/>
                </a:cubicBezTo>
                <a:cubicBezTo>
                  <a:pt x="573592" y="168215"/>
                  <a:pt x="552593" y="189654"/>
                  <a:pt x="526622" y="190204"/>
                </a:cubicBezTo>
                <a:cubicBezTo>
                  <a:pt x="526622" y="190204"/>
                  <a:pt x="526069" y="190204"/>
                  <a:pt x="526069" y="190204"/>
                </a:cubicBezTo>
                <a:cubicBezTo>
                  <a:pt x="500650" y="190753"/>
                  <a:pt x="479651" y="170964"/>
                  <a:pt x="479099" y="145677"/>
                </a:cubicBezTo>
                <a:cubicBezTo>
                  <a:pt x="478546" y="145127"/>
                  <a:pt x="478546" y="144578"/>
                  <a:pt x="478546" y="144028"/>
                </a:cubicBezTo>
                <a:moveTo>
                  <a:pt x="558119" y="144028"/>
                </a:moveTo>
                <a:cubicBezTo>
                  <a:pt x="558119" y="126437"/>
                  <a:pt x="543752" y="112145"/>
                  <a:pt x="526069" y="112145"/>
                </a:cubicBezTo>
                <a:cubicBezTo>
                  <a:pt x="508386" y="112145"/>
                  <a:pt x="494019" y="126437"/>
                  <a:pt x="494019" y="144028"/>
                </a:cubicBezTo>
                <a:cubicBezTo>
                  <a:pt x="494019" y="144028"/>
                  <a:pt x="494019" y="144028"/>
                  <a:pt x="494019" y="144028"/>
                </a:cubicBezTo>
                <a:cubicBezTo>
                  <a:pt x="494019" y="161619"/>
                  <a:pt x="508386" y="175911"/>
                  <a:pt x="526069" y="175911"/>
                </a:cubicBezTo>
                <a:cubicBezTo>
                  <a:pt x="543199" y="176461"/>
                  <a:pt x="558119" y="161619"/>
                  <a:pt x="558119" y="144028"/>
                </a:cubicBezTo>
                <a:cubicBezTo>
                  <a:pt x="558119" y="144028"/>
                  <a:pt x="558119" y="144028"/>
                  <a:pt x="558119" y="144028"/>
                </a:cubicBezTo>
                <a:moveTo>
                  <a:pt x="629956" y="189104"/>
                </a:moveTo>
                <a:lnTo>
                  <a:pt x="615588" y="189104"/>
                </a:lnTo>
                <a:lnTo>
                  <a:pt x="615588" y="98951"/>
                </a:lnTo>
                <a:lnTo>
                  <a:pt x="644876" y="98951"/>
                </a:lnTo>
                <a:cubicBezTo>
                  <a:pt x="666427" y="98951"/>
                  <a:pt x="678584" y="110495"/>
                  <a:pt x="678584" y="127536"/>
                </a:cubicBezTo>
                <a:cubicBezTo>
                  <a:pt x="679136" y="139080"/>
                  <a:pt x="671953" y="149525"/>
                  <a:pt x="660901" y="153373"/>
                </a:cubicBezTo>
                <a:lnTo>
                  <a:pt x="683004" y="189104"/>
                </a:lnTo>
                <a:lnTo>
                  <a:pt x="667532" y="189104"/>
                </a:lnTo>
                <a:lnTo>
                  <a:pt x="647086" y="155572"/>
                </a:lnTo>
                <a:lnTo>
                  <a:pt x="630508" y="155572"/>
                </a:lnTo>
                <a:lnTo>
                  <a:pt x="629956" y="189104"/>
                </a:lnTo>
                <a:close/>
                <a:moveTo>
                  <a:pt x="644323" y="143478"/>
                </a:moveTo>
                <a:cubicBezTo>
                  <a:pt x="658138" y="143478"/>
                  <a:pt x="663664" y="137981"/>
                  <a:pt x="663664" y="127536"/>
                </a:cubicBezTo>
                <a:cubicBezTo>
                  <a:pt x="663664" y="117092"/>
                  <a:pt x="658138" y="111595"/>
                  <a:pt x="644323" y="111595"/>
                </a:cubicBezTo>
                <a:lnTo>
                  <a:pt x="629956" y="111595"/>
                </a:lnTo>
                <a:lnTo>
                  <a:pt x="629956" y="143478"/>
                </a:lnTo>
                <a:lnTo>
                  <a:pt x="644323" y="143478"/>
                </a:lnTo>
                <a:close/>
                <a:moveTo>
                  <a:pt x="740474" y="111595"/>
                </a:moveTo>
                <a:lnTo>
                  <a:pt x="713397" y="111595"/>
                </a:lnTo>
                <a:lnTo>
                  <a:pt x="713397" y="98951"/>
                </a:lnTo>
                <a:lnTo>
                  <a:pt x="781918" y="98951"/>
                </a:lnTo>
                <a:lnTo>
                  <a:pt x="781918" y="111595"/>
                </a:lnTo>
                <a:lnTo>
                  <a:pt x="754841" y="111595"/>
                </a:lnTo>
                <a:lnTo>
                  <a:pt x="754841" y="189104"/>
                </a:lnTo>
                <a:lnTo>
                  <a:pt x="740474" y="189104"/>
                </a:lnTo>
                <a:lnTo>
                  <a:pt x="740474" y="111595"/>
                </a:lnTo>
                <a:close/>
                <a:moveTo>
                  <a:pt x="822257" y="98951"/>
                </a:moveTo>
                <a:lnTo>
                  <a:pt x="836624" y="98951"/>
                </a:lnTo>
                <a:lnTo>
                  <a:pt x="836624" y="176461"/>
                </a:lnTo>
                <a:lnTo>
                  <a:pt x="876963" y="176461"/>
                </a:lnTo>
                <a:lnTo>
                  <a:pt x="876963" y="189104"/>
                </a:lnTo>
                <a:lnTo>
                  <a:pt x="822257" y="189104"/>
                </a:lnTo>
                <a:lnTo>
                  <a:pt x="822257" y="98951"/>
                </a:lnTo>
                <a:close/>
                <a:moveTo>
                  <a:pt x="969799" y="172613"/>
                </a:moveTo>
                <a:lnTo>
                  <a:pt x="932775" y="172613"/>
                </a:lnTo>
                <a:lnTo>
                  <a:pt x="925591" y="189654"/>
                </a:lnTo>
                <a:lnTo>
                  <a:pt x="911224" y="189654"/>
                </a:lnTo>
                <a:lnTo>
                  <a:pt x="951010" y="97852"/>
                </a:lnTo>
                <a:lnTo>
                  <a:pt x="951563" y="97852"/>
                </a:lnTo>
                <a:lnTo>
                  <a:pt x="991902" y="189654"/>
                </a:lnTo>
                <a:lnTo>
                  <a:pt x="976430" y="189654"/>
                </a:lnTo>
                <a:lnTo>
                  <a:pt x="969799" y="172613"/>
                </a:lnTo>
                <a:close/>
                <a:moveTo>
                  <a:pt x="938301" y="159969"/>
                </a:moveTo>
                <a:lnTo>
                  <a:pt x="964825" y="159969"/>
                </a:lnTo>
                <a:lnTo>
                  <a:pt x="951563" y="128636"/>
                </a:lnTo>
                <a:lnTo>
                  <a:pt x="938301" y="159969"/>
                </a:lnTo>
                <a:close/>
                <a:moveTo>
                  <a:pt x="1045503" y="129735"/>
                </a:moveTo>
                <a:lnTo>
                  <a:pt x="1045503" y="189104"/>
                </a:lnTo>
                <a:lnTo>
                  <a:pt x="1032241" y="189104"/>
                </a:lnTo>
                <a:lnTo>
                  <a:pt x="1032241" y="97852"/>
                </a:lnTo>
                <a:lnTo>
                  <a:pt x="1033346" y="97852"/>
                </a:lnTo>
                <a:lnTo>
                  <a:pt x="1091921" y="158320"/>
                </a:lnTo>
                <a:lnTo>
                  <a:pt x="1091921" y="98951"/>
                </a:lnTo>
                <a:lnTo>
                  <a:pt x="1105183" y="98951"/>
                </a:lnTo>
                <a:lnTo>
                  <a:pt x="1105183" y="190204"/>
                </a:lnTo>
                <a:lnTo>
                  <a:pt x="1104078" y="190204"/>
                </a:lnTo>
                <a:lnTo>
                  <a:pt x="1045503" y="129735"/>
                </a:lnTo>
                <a:close/>
                <a:moveTo>
                  <a:pt x="1151601" y="98951"/>
                </a:moveTo>
                <a:lnTo>
                  <a:pt x="1177572" y="98951"/>
                </a:lnTo>
                <a:cubicBezTo>
                  <a:pt x="1207412" y="98951"/>
                  <a:pt x="1225648" y="117642"/>
                  <a:pt x="1225648" y="144028"/>
                </a:cubicBezTo>
                <a:cubicBezTo>
                  <a:pt x="1225648" y="170414"/>
                  <a:pt x="1207412" y="189104"/>
                  <a:pt x="1177572" y="189104"/>
                </a:cubicBezTo>
                <a:lnTo>
                  <a:pt x="1151601" y="189104"/>
                </a:lnTo>
                <a:lnTo>
                  <a:pt x="1151601" y="98951"/>
                </a:lnTo>
                <a:close/>
                <a:moveTo>
                  <a:pt x="1176467" y="176461"/>
                </a:moveTo>
                <a:cubicBezTo>
                  <a:pt x="1200228" y="176461"/>
                  <a:pt x="1210728" y="163268"/>
                  <a:pt x="1210728" y="144028"/>
                </a:cubicBezTo>
                <a:cubicBezTo>
                  <a:pt x="1210728" y="124788"/>
                  <a:pt x="1200228" y="111595"/>
                  <a:pt x="1176467" y="111595"/>
                </a:cubicBezTo>
                <a:lnTo>
                  <a:pt x="1165968" y="111595"/>
                </a:lnTo>
                <a:lnTo>
                  <a:pt x="1165968" y="176461"/>
                </a:lnTo>
                <a:lnTo>
                  <a:pt x="1176467" y="176461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4814D-01AB-4178-939E-BF28E018F1B5}"/>
              </a:ext>
            </a:extLst>
          </p:cNvPr>
          <p:cNvSpPr>
            <a:spLocks/>
          </p:cNvSpPr>
          <p:nvPr userDrawn="1"/>
        </p:nvSpPr>
        <p:spPr>
          <a:xfrm>
            <a:off x="10025063" y="6381751"/>
            <a:ext cx="369093" cy="370424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3399E7-290D-4CE6-AA08-2DA0CF307E1C}"/>
              </a:ext>
            </a:extLst>
          </p:cNvPr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383878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 userDrawn="1">
            <p:custDataLst>
              <p:tags r:id="rId21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err="1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553972" y="6278400"/>
            <a:ext cx="8686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76" name="Sticker" hidden="1">
            <a:extLst>
              <a:ext uri="{FF2B5EF4-FFF2-40B4-BE49-F238E27FC236}">
                <a16:creationId xmlns:a16="http://schemas.microsoft.com/office/drawing/2014/main" id="{F05F3D84-B1F2-4969-91DD-7BB0F78A4159}"/>
              </a:ext>
            </a:extLst>
          </p:cNvPr>
          <p:cNvSpPr txBox="1"/>
          <p:nvPr userDrawn="1"/>
        </p:nvSpPr>
        <p:spPr>
          <a:xfrm>
            <a:off x="554736" y="12130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/>
              <a:t>STICKER</a:t>
            </a:r>
          </a:p>
        </p:txBody>
      </p:sp>
      <p:sp>
        <p:nvSpPr>
          <p:cNvPr id="207" name="ACET" hidden="1">
            <a:extLst>
              <a:ext uri="{FF2B5EF4-FFF2-40B4-BE49-F238E27FC236}">
                <a16:creationId xmlns:a16="http://schemas.microsoft.com/office/drawing/2014/main" id="{9C1AB688-8E46-4BED-871D-3FE073C183F2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</a:p>
          <a:p>
            <a:pPr lvl="0"/>
            <a:r>
              <a:rPr lang="en-US" b="0" dirty="0"/>
              <a:t>Unit of Measure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8BC65-10CC-4404-9B17-2797DDA4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46" name="LegendBoxes" hidden="1">
            <a:extLst>
              <a:ext uri="{FF2B5EF4-FFF2-40B4-BE49-F238E27FC236}">
                <a16:creationId xmlns:a16="http://schemas.microsoft.com/office/drawing/2014/main" id="{70EB9D1A-5458-44E9-B7DB-A13D9A5F5D3A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554770" y="4322824"/>
            <a:chExt cx="922463" cy="1717282"/>
          </a:xfrm>
        </p:grpSpPr>
        <p:sp>
          <p:nvSpPr>
            <p:cNvPr id="147" name="RectangleLegend1" hidden="1">
              <a:extLst>
                <a:ext uri="{FF2B5EF4-FFF2-40B4-BE49-F238E27FC236}">
                  <a16:creationId xmlns:a16="http://schemas.microsoft.com/office/drawing/2014/main" id="{D57AAC99-2CA0-47D2-8E65-0879149C682E}"/>
                </a:ext>
              </a:extLst>
            </p:cNvPr>
            <p:cNvSpPr/>
            <p:nvPr/>
          </p:nvSpPr>
          <p:spPr>
            <a:xfrm>
              <a:off x="1055477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48" name="RectangleLegend2" hidden="1">
              <a:extLst>
                <a:ext uri="{FF2B5EF4-FFF2-40B4-BE49-F238E27FC236}">
                  <a16:creationId xmlns:a16="http://schemas.microsoft.com/office/drawing/2014/main" id="{3A178879-AF4E-4DA6-B051-2DB625C2CD75}"/>
                </a:ext>
              </a:extLst>
            </p:cNvPr>
            <p:cNvSpPr/>
            <p:nvPr/>
          </p:nvSpPr>
          <p:spPr>
            <a:xfrm>
              <a:off x="1055477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49" name="RectangleLegend3" hidden="1">
              <a:extLst>
                <a:ext uri="{FF2B5EF4-FFF2-40B4-BE49-F238E27FC236}">
                  <a16:creationId xmlns:a16="http://schemas.microsoft.com/office/drawing/2014/main" id="{2167C080-AB54-4424-87C2-BB2C06A40F88}"/>
                </a:ext>
              </a:extLst>
            </p:cNvPr>
            <p:cNvSpPr/>
            <p:nvPr/>
          </p:nvSpPr>
          <p:spPr>
            <a:xfrm>
              <a:off x="1055477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50" name="RectangleLegend4" hidden="1">
              <a:extLst>
                <a:ext uri="{FF2B5EF4-FFF2-40B4-BE49-F238E27FC236}">
                  <a16:creationId xmlns:a16="http://schemas.microsoft.com/office/drawing/2014/main" id="{EAB6E424-AFFA-46B9-93D2-E2DBC21719E7}"/>
                </a:ext>
              </a:extLst>
            </p:cNvPr>
            <p:cNvSpPr/>
            <p:nvPr/>
          </p:nvSpPr>
          <p:spPr>
            <a:xfrm>
              <a:off x="1055477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51" name="RectangleLegend5" hidden="1">
              <a:extLst>
                <a:ext uri="{FF2B5EF4-FFF2-40B4-BE49-F238E27FC236}">
                  <a16:creationId xmlns:a16="http://schemas.microsoft.com/office/drawing/2014/main" id="{DD3188FC-D44B-4060-B38C-671C0EE1228C}"/>
                </a:ext>
              </a:extLst>
            </p:cNvPr>
            <p:cNvSpPr/>
            <p:nvPr/>
          </p:nvSpPr>
          <p:spPr>
            <a:xfrm>
              <a:off x="1055477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52" name="Legend1" hidden="1">
              <a:extLst>
                <a:ext uri="{FF2B5EF4-FFF2-40B4-BE49-F238E27FC236}">
                  <a16:creationId xmlns:a16="http://schemas.microsoft.com/office/drawing/2014/main" id="{63F27366-5114-481D-9DCB-D872F61110DE}"/>
                </a:ext>
              </a:extLst>
            </p:cNvPr>
            <p:cNvSpPr txBox="1"/>
            <p:nvPr/>
          </p:nvSpPr>
          <p:spPr>
            <a:xfrm>
              <a:off x="1088091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53" name="Legend2" hidden="1">
              <a:extLst>
                <a:ext uri="{FF2B5EF4-FFF2-40B4-BE49-F238E27FC236}">
                  <a16:creationId xmlns:a16="http://schemas.microsoft.com/office/drawing/2014/main" id="{863A5B95-279D-446F-B88E-7FD1870F13D6}"/>
                </a:ext>
              </a:extLst>
            </p:cNvPr>
            <p:cNvSpPr txBox="1"/>
            <p:nvPr/>
          </p:nvSpPr>
          <p:spPr>
            <a:xfrm>
              <a:off x="1088091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4" name="Legend3" hidden="1">
              <a:extLst>
                <a:ext uri="{FF2B5EF4-FFF2-40B4-BE49-F238E27FC236}">
                  <a16:creationId xmlns:a16="http://schemas.microsoft.com/office/drawing/2014/main" id="{ECDFDC1A-F3C1-46DD-BA8A-B26F0E40034F}"/>
                </a:ext>
              </a:extLst>
            </p:cNvPr>
            <p:cNvSpPr txBox="1"/>
            <p:nvPr/>
          </p:nvSpPr>
          <p:spPr>
            <a:xfrm>
              <a:off x="1088091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55" name="Legend4" hidden="1">
              <a:extLst>
                <a:ext uri="{FF2B5EF4-FFF2-40B4-BE49-F238E27FC236}">
                  <a16:creationId xmlns:a16="http://schemas.microsoft.com/office/drawing/2014/main" id="{CD72C34E-30F4-4200-98A7-2EF2C84DDF15}"/>
                </a:ext>
              </a:extLst>
            </p:cNvPr>
            <p:cNvSpPr txBox="1"/>
            <p:nvPr/>
          </p:nvSpPr>
          <p:spPr>
            <a:xfrm>
              <a:off x="1088091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56" name="Legend5" hidden="1">
              <a:extLst>
                <a:ext uri="{FF2B5EF4-FFF2-40B4-BE49-F238E27FC236}">
                  <a16:creationId xmlns:a16="http://schemas.microsoft.com/office/drawing/2014/main" id="{CB94D8DC-C813-4606-A8D0-16A84FA48101}"/>
                </a:ext>
              </a:extLst>
            </p:cNvPr>
            <p:cNvSpPr txBox="1"/>
            <p:nvPr/>
          </p:nvSpPr>
          <p:spPr>
            <a:xfrm>
              <a:off x="1088091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</p:grpSp>
      <p:grpSp>
        <p:nvGrpSpPr>
          <p:cNvPr id="157" name="LegendLines" hidden="1">
            <a:extLst>
              <a:ext uri="{FF2B5EF4-FFF2-40B4-BE49-F238E27FC236}">
                <a16:creationId xmlns:a16="http://schemas.microsoft.com/office/drawing/2014/main" id="{1F40C2B2-9B8E-435E-9140-9AFE1760B992}"/>
              </a:ext>
            </a:extLst>
          </p:cNvPr>
          <p:cNvGrpSpPr/>
          <p:nvPr userDrawn="1"/>
        </p:nvGrpSpPr>
        <p:grpSpPr>
          <a:xfrm>
            <a:off x="10317304" y="3150831"/>
            <a:ext cx="1319960" cy="958286"/>
            <a:chOff x="10162879" y="3243772"/>
            <a:chExt cx="1319960" cy="958286"/>
          </a:xfrm>
        </p:grpSpPr>
        <p:sp>
          <p:nvSpPr>
            <p:cNvPr id="158" name="Legend1" hidden="1">
              <a:extLst>
                <a:ext uri="{FF2B5EF4-FFF2-40B4-BE49-F238E27FC236}">
                  <a16:creationId xmlns:a16="http://schemas.microsoft.com/office/drawing/2014/main" id="{66FDD6DA-5433-419D-A368-91FD291CDCD9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59" name="Legend2" hidden="1">
              <a:extLst>
                <a:ext uri="{FF2B5EF4-FFF2-40B4-BE49-F238E27FC236}">
                  <a16:creationId xmlns:a16="http://schemas.microsoft.com/office/drawing/2014/main" id="{82355D13-DC54-43DA-801D-98B19938BB16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60" name="Legend3" hidden="1">
              <a:extLst>
                <a:ext uri="{FF2B5EF4-FFF2-40B4-BE49-F238E27FC236}">
                  <a16:creationId xmlns:a16="http://schemas.microsoft.com/office/drawing/2014/main" id="{CDD5A8D3-39A9-4656-9EB4-752071FBD495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61" name="LineLegend3" hidden="1">
              <a:extLst>
                <a:ext uri="{FF2B5EF4-FFF2-40B4-BE49-F238E27FC236}">
                  <a16:creationId xmlns:a16="http://schemas.microsoft.com/office/drawing/2014/main" id="{757D229D-DBBB-4EC5-A3DF-9EA0DD21694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+mn-lt"/>
                <a:ea typeface="+mn-ea"/>
              </a:endParaRPr>
            </a:p>
          </p:txBody>
        </p:sp>
        <p:sp>
          <p:nvSpPr>
            <p:cNvPr id="162" name="LineLegend2" hidden="1">
              <a:extLst>
                <a:ext uri="{FF2B5EF4-FFF2-40B4-BE49-F238E27FC236}">
                  <a16:creationId xmlns:a16="http://schemas.microsoft.com/office/drawing/2014/main" id="{1D0E6F0C-D566-40D2-A875-0510EB971F9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+mn-lt"/>
                <a:ea typeface="+mn-ea"/>
              </a:endParaRPr>
            </a:p>
          </p:txBody>
        </p:sp>
        <p:sp>
          <p:nvSpPr>
            <p:cNvPr id="163" name="LineLegend1" hidden="1">
              <a:extLst>
                <a:ext uri="{FF2B5EF4-FFF2-40B4-BE49-F238E27FC236}">
                  <a16:creationId xmlns:a16="http://schemas.microsoft.com/office/drawing/2014/main" id="{ABBC5DF9-160A-478E-99C9-6A3F333A47F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latin typeface="+mn-lt"/>
                <a:ea typeface="+mn-ea"/>
              </a:endParaRPr>
            </a:p>
          </p:txBody>
        </p:sp>
      </p:grpSp>
      <p:grpSp>
        <p:nvGrpSpPr>
          <p:cNvPr id="164" name="LegendMoons" hidden="1">
            <a:extLst>
              <a:ext uri="{FF2B5EF4-FFF2-40B4-BE49-F238E27FC236}">
                <a16:creationId xmlns:a16="http://schemas.microsoft.com/office/drawing/2014/main" id="{0CD50DD8-6853-4009-A92D-253AE2CA75C4}"/>
              </a:ext>
            </a:extLst>
          </p:cNvPr>
          <p:cNvGrpSpPr/>
          <p:nvPr userDrawn="1"/>
        </p:nvGrpSpPr>
        <p:grpSpPr>
          <a:xfrm>
            <a:off x="10684859" y="1146588"/>
            <a:ext cx="948949" cy="1731859"/>
            <a:chOff x="7716535" y="2630582"/>
            <a:chExt cx="948949" cy="1731859"/>
          </a:xfrm>
        </p:grpSpPr>
        <p:sp>
          <p:nvSpPr>
            <p:cNvPr id="165" name="Legend1" hidden="1">
              <a:extLst>
                <a:ext uri="{FF2B5EF4-FFF2-40B4-BE49-F238E27FC236}">
                  <a16:creationId xmlns:a16="http://schemas.microsoft.com/office/drawing/2014/main" id="{D2D7F02A-4301-42CC-9659-9A94729545DE}"/>
                </a:ext>
              </a:extLst>
            </p:cNvPr>
            <p:cNvSpPr txBox="1"/>
            <p:nvPr/>
          </p:nvSpPr>
          <p:spPr>
            <a:xfrm>
              <a:off x="8069167" y="26379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66" name="Legend2" hidden="1">
              <a:extLst>
                <a:ext uri="{FF2B5EF4-FFF2-40B4-BE49-F238E27FC236}">
                  <a16:creationId xmlns:a16="http://schemas.microsoft.com/office/drawing/2014/main" id="{74FFDE6F-3BDF-43A1-8D23-124B21E85A9A}"/>
                </a:ext>
              </a:extLst>
            </p:cNvPr>
            <p:cNvSpPr txBox="1"/>
            <p:nvPr/>
          </p:nvSpPr>
          <p:spPr>
            <a:xfrm>
              <a:off x="8069167" y="301340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167" name="Legend3" hidden="1">
              <a:extLst>
                <a:ext uri="{FF2B5EF4-FFF2-40B4-BE49-F238E27FC236}">
                  <a16:creationId xmlns:a16="http://schemas.microsoft.com/office/drawing/2014/main" id="{68542F43-080E-4316-9B3C-C6B8789ECA95}"/>
                </a:ext>
              </a:extLst>
            </p:cNvPr>
            <p:cNvSpPr txBox="1"/>
            <p:nvPr/>
          </p:nvSpPr>
          <p:spPr>
            <a:xfrm>
              <a:off x="8069167" y="3388859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sp>
          <p:nvSpPr>
            <p:cNvPr id="208" name="Legend4" hidden="1">
              <a:extLst>
                <a:ext uri="{FF2B5EF4-FFF2-40B4-BE49-F238E27FC236}">
                  <a16:creationId xmlns:a16="http://schemas.microsoft.com/office/drawing/2014/main" id="{D48E7D50-CDF6-475F-B829-59D0DB37331D}"/>
                </a:ext>
              </a:extLst>
            </p:cNvPr>
            <p:cNvSpPr txBox="1"/>
            <p:nvPr/>
          </p:nvSpPr>
          <p:spPr>
            <a:xfrm>
              <a:off x="8069167" y="3764318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209" name="Legend5" hidden="1">
              <a:extLst>
                <a:ext uri="{FF2B5EF4-FFF2-40B4-BE49-F238E27FC236}">
                  <a16:creationId xmlns:a16="http://schemas.microsoft.com/office/drawing/2014/main" id="{C7507D43-40B7-44D6-8E0E-E904BE0C00CA}"/>
                </a:ext>
              </a:extLst>
            </p:cNvPr>
            <p:cNvSpPr txBox="1"/>
            <p:nvPr/>
          </p:nvSpPr>
          <p:spPr>
            <a:xfrm>
              <a:off x="8069167" y="4139779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  <a:endParaRPr lang="en-US" sz="1400" dirty="0"/>
            </a:p>
          </p:txBody>
        </p:sp>
        <p:grpSp>
          <p:nvGrpSpPr>
            <p:cNvPr id="210" name="MoonLegend1" hidden="1">
              <a:extLst>
                <a:ext uri="{FF2B5EF4-FFF2-40B4-BE49-F238E27FC236}">
                  <a16:creationId xmlns:a16="http://schemas.microsoft.com/office/drawing/2014/main" id="{207722AD-B6F1-42A4-BDCA-219E7C31389D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16535" y="2630582"/>
              <a:ext cx="228600" cy="228600"/>
              <a:chOff x="762000" y="1270000"/>
              <a:chExt cx="254000" cy="254000"/>
            </a:xfrm>
          </p:grpSpPr>
          <p:sp>
            <p:nvSpPr>
              <p:cNvPr id="223" name="Oval 222" hidden="1">
                <a:extLst>
                  <a:ext uri="{FF2B5EF4-FFF2-40B4-BE49-F238E27FC236}">
                    <a16:creationId xmlns:a16="http://schemas.microsoft.com/office/drawing/2014/main" id="{72FCCF54-2D9B-465C-86E4-7C2265652E49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Arc 223" hidden="1">
                <a:extLst>
                  <a:ext uri="{FF2B5EF4-FFF2-40B4-BE49-F238E27FC236}">
                    <a16:creationId xmlns:a16="http://schemas.microsoft.com/office/drawing/2014/main" id="{00406560-8B94-4CC0-8E11-A771B55B2C93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11" name="MoonLegend2" hidden="1">
              <a:extLst>
                <a:ext uri="{FF2B5EF4-FFF2-40B4-BE49-F238E27FC236}">
                  <a16:creationId xmlns:a16="http://schemas.microsoft.com/office/drawing/2014/main" id="{B26BD6B0-8B18-4F3A-9D16-478C6075A6F1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16535" y="3006395"/>
              <a:ext cx="228600" cy="228600"/>
              <a:chOff x="762000" y="1270000"/>
              <a:chExt cx="254000" cy="254000"/>
            </a:xfrm>
          </p:grpSpPr>
          <p:sp>
            <p:nvSpPr>
              <p:cNvPr id="221" name="Oval 220" hidden="1">
                <a:extLst>
                  <a:ext uri="{FF2B5EF4-FFF2-40B4-BE49-F238E27FC236}">
                    <a16:creationId xmlns:a16="http://schemas.microsoft.com/office/drawing/2014/main" id="{8A50BFF1-87D4-483C-BBBA-4FCBE85CCA8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Arc 221" hidden="1">
                <a:extLst>
                  <a:ext uri="{FF2B5EF4-FFF2-40B4-BE49-F238E27FC236}">
                    <a16:creationId xmlns:a16="http://schemas.microsoft.com/office/drawing/2014/main" id="{DD4F76F3-099B-4264-BD37-C2249638F340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12" name="MoonLegend3" hidden="1">
              <a:extLst>
                <a:ext uri="{FF2B5EF4-FFF2-40B4-BE49-F238E27FC236}">
                  <a16:creationId xmlns:a16="http://schemas.microsoft.com/office/drawing/2014/main" id="{7EB16BCA-9EA7-4D90-A692-31A2675DFED5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16535" y="3382210"/>
              <a:ext cx="228600" cy="228600"/>
              <a:chOff x="762000" y="1270000"/>
              <a:chExt cx="254000" cy="254000"/>
            </a:xfrm>
          </p:grpSpPr>
          <p:sp>
            <p:nvSpPr>
              <p:cNvPr id="219" name="Oval 218" hidden="1">
                <a:extLst>
                  <a:ext uri="{FF2B5EF4-FFF2-40B4-BE49-F238E27FC236}">
                    <a16:creationId xmlns:a16="http://schemas.microsoft.com/office/drawing/2014/main" id="{438C3705-9EA7-45A8-8048-F41ED492953B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Arc 219" hidden="1">
                <a:extLst>
                  <a:ext uri="{FF2B5EF4-FFF2-40B4-BE49-F238E27FC236}">
                    <a16:creationId xmlns:a16="http://schemas.microsoft.com/office/drawing/2014/main" id="{A1455071-4811-420A-AB94-9D9F61DAB8C4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13" name="MoonLegend4" hidden="1">
              <a:extLst>
                <a:ext uri="{FF2B5EF4-FFF2-40B4-BE49-F238E27FC236}">
                  <a16:creationId xmlns:a16="http://schemas.microsoft.com/office/drawing/2014/main" id="{01E19CE9-AFCB-405E-BFAD-7A1BE0FFE3BD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16535" y="3758025"/>
              <a:ext cx="228600" cy="228600"/>
              <a:chOff x="762000" y="1270000"/>
              <a:chExt cx="254000" cy="254000"/>
            </a:xfrm>
          </p:grpSpPr>
          <p:sp>
            <p:nvSpPr>
              <p:cNvPr id="217" name="Oval 216" hidden="1">
                <a:extLst>
                  <a:ext uri="{FF2B5EF4-FFF2-40B4-BE49-F238E27FC236}">
                    <a16:creationId xmlns:a16="http://schemas.microsoft.com/office/drawing/2014/main" id="{46BDF415-CC6E-4B65-8FC0-4B50E02DE5C4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8" name="Arc 217" hidden="1">
                <a:extLst>
                  <a:ext uri="{FF2B5EF4-FFF2-40B4-BE49-F238E27FC236}">
                    <a16:creationId xmlns:a16="http://schemas.microsoft.com/office/drawing/2014/main" id="{B79E2D75-CD49-4601-A6B1-A8F10FA71569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14" name="MoonLegend5" hidden="1">
              <a:extLst>
                <a:ext uri="{FF2B5EF4-FFF2-40B4-BE49-F238E27FC236}">
                  <a16:creationId xmlns:a16="http://schemas.microsoft.com/office/drawing/2014/main" id="{667F7B30-1C29-4D69-B7AF-DFC48F388F1B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16535" y="4133841"/>
              <a:ext cx="228600" cy="228600"/>
              <a:chOff x="762000" y="1270000"/>
              <a:chExt cx="254000" cy="254000"/>
            </a:xfrm>
          </p:grpSpPr>
          <p:sp>
            <p:nvSpPr>
              <p:cNvPr id="215" name="Oval 214" hidden="1">
                <a:extLst>
                  <a:ext uri="{FF2B5EF4-FFF2-40B4-BE49-F238E27FC236}">
                    <a16:creationId xmlns:a16="http://schemas.microsoft.com/office/drawing/2014/main" id="{CE251702-904A-4A2B-BD0A-70872937E927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6" name="Arc 215" hidden="1">
                <a:extLst>
                  <a:ext uri="{FF2B5EF4-FFF2-40B4-BE49-F238E27FC236}">
                    <a16:creationId xmlns:a16="http://schemas.microsoft.com/office/drawing/2014/main" id="{22CA699C-F022-4F0E-A933-6659B6B3BE8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pic>
        <p:nvPicPr>
          <p:cNvPr id="171" name="Picture 170">
            <a:extLst>
              <a:ext uri="{FF2B5EF4-FFF2-40B4-BE49-F238E27FC236}">
                <a16:creationId xmlns:a16="http://schemas.microsoft.com/office/drawing/2014/main" id="{6E0B736C-0A2D-4B9A-98D4-B9CA88CA8F14}"/>
              </a:ext>
            </a:extLst>
          </p:cNvPr>
          <p:cNvPicPr>
            <a:picLocks noChangeAspect="1"/>
          </p:cNvPicPr>
          <p:nvPr userDrawn="1"/>
        </p:nvPicPr>
        <p:blipFill>
          <a:blip r:embed="rId41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D4D38FF-7DE9-4631-9C42-84E2F17C89F2}"/>
              </a:ext>
            </a:extLst>
          </p:cNvPr>
          <p:cNvSpPr/>
          <p:nvPr/>
        </p:nvSpPr>
        <p:spPr>
          <a:xfrm>
            <a:off x="10059820" y="6414693"/>
            <a:ext cx="307338" cy="300142"/>
          </a:xfrm>
          <a:custGeom>
            <a:avLst/>
            <a:gdLst>
              <a:gd name="connsiteX0" fmla="*/ 142100 w 307338"/>
              <a:gd name="connsiteY0" fmla="*/ 249019 h 300142"/>
              <a:gd name="connsiteX1" fmla="*/ 54791 w 307338"/>
              <a:gd name="connsiteY1" fmla="*/ 137977 h 300142"/>
              <a:gd name="connsiteX2" fmla="*/ 142100 w 307338"/>
              <a:gd name="connsiteY2" fmla="*/ 51123 h 300142"/>
              <a:gd name="connsiteX3" fmla="*/ 142100 w 307338"/>
              <a:gd name="connsiteY3" fmla="*/ 69813 h 300142"/>
              <a:gd name="connsiteX4" fmla="*/ 73579 w 307338"/>
              <a:gd name="connsiteY4" fmla="*/ 162714 h 300142"/>
              <a:gd name="connsiteX5" fmla="*/ 142100 w 307338"/>
              <a:gd name="connsiteY5" fmla="*/ 230879 h 300142"/>
              <a:gd name="connsiteX6" fmla="*/ 142100 w 307338"/>
              <a:gd name="connsiteY6" fmla="*/ 249019 h 300142"/>
              <a:gd name="connsiteX7" fmla="*/ 155362 w 307338"/>
              <a:gd name="connsiteY7" fmla="*/ 18140 h 300142"/>
              <a:gd name="connsiteX8" fmla="*/ 149284 w 307338"/>
              <a:gd name="connsiteY8" fmla="*/ 18140 h 300142"/>
              <a:gd name="connsiteX9" fmla="*/ 23846 w 307338"/>
              <a:gd name="connsiteY9" fmla="*/ 156668 h 300142"/>
              <a:gd name="connsiteX10" fmla="*/ 147074 w 307338"/>
              <a:gd name="connsiteY10" fmla="*/ 281452 h 300142"/>
              <a:gd name="connsiteX11" fmla="*/ 155362 w 307338"/>
              <a:gd name="connsiteY11" fmla="*/ 281452 h 300142"/>
              <a:gd name="connsiteX12" fmla="*/ 167519 w 307338"/>
              <a:gd name="connsiteY12" fmla="*/ 280902 h 300142"/>
              <a:gd name="connsiteX13" fmla="*/ 169730 w 307338"/>
              <a:gd name="connsiteY13" fmla="*/ 280902 h 300142"/>
              <a:gd name="connsiteX14" fmla="*/ 169730 w 307338"/>
              <a:gd name="connsiteY14" fmla="*/ 230329 h 300142"/>
              <a:gd name="connsiteX15" fmla="*/ 174703 w 307338"/>
              <a:gd name="connsiteY15" fmla="*/ 229229 h 300142"/>
              <a:gd name="connsiteX16" fmla="*/ 179124 w 307338"/>
              <a:gd name="connsiteY16" fmla="*/ 228130 h 300142"/>
              <a:gd name="connsiteX17" fmla="*/ 235488 w 307338"/>
              <a:gd name="connsiteY17" fmla="*/ 127533 h 300142"/>
              <a:gd name="connsiteX18" fmla="*/ 169730 w 307338"/>
              <a:gd name="connsiteY18" fmla="*/ 69264 h 300142"/>
              <a:gd name="connsiteX19" fmla="*/ 169730 w 307338"/>
              <a:gd name="connsiteY19" fmla="*/ 51123 h 300142"/>
              <a:gd name="connsiteX20" fmla="*/ 256486 w 307338"/>
              <a:gd name="connsiteY20" fmla="*/ 163264 h 300142"/>
              <a:gd name="connsiteX21" fmla="*/ 190728 w 307338"/>
              <a:gd name="connsiteY21" fmla="*/ 244621 h 300142"/>
              <a:gd name="connsiteX22" fmla="*/ 189070 w 307338"/>
              <a:gd name="connsiteY22" fmla="*/ 245171 h 300142"/>
              <a:gd name="connsiteX23" fmla="*/ 189070 w 307338"/>
              <a:gd name="connsiteY23" fmla="*/ 278154 h 300142"/>
              <a:gd name="connsiteX24" fmla="*/ 190176 w 307338"/>
              <a:gd name="connsiteY24" fmla="*/ 278154 h 300142"/>
              <a:gd name="connsiteX25" fmla="*/ 191281 w 307338"/>
              <a:gd name="connsiteY25" fmla="*/ 277604 h 300142"/>
              <a:gd name="connsiteX26" fmla="*/ 283563 w 307338"/>
              <a:gd name="connsiteY26" fmla="*/ 114890 h 300142"/>
              <a:gd name="connsiteX27" fmla="*/ 160336 w 307338"/>
              <a:gd name="connsiteY27" fmla="*/ 18140 h 300142"/>
              <a:gd name="connsiteX28" fmla="*/ 155362 w 307338"/>
              <a:gd name="connsiteY28" fmla="*/ 18140 h 300142"/>
              <a:gd name="connsiteX29" fmla="*/ 155362 w 307338"/>
              <a:gd name="connsiteY29" fmla="*/ 300142 h 300142"/>
              <a:gd name="connsiteX30" fmla="*/ 145416 w 307338"/>
              <a:gd name="connsiteY30" fmla="*/ 299592 h 300142"/>
              <a:gd name="connsiteX31" fmla="*/ 85 w 307338"/>
              <a:gd name="connsiteY31" fmla="*/ 144574 h 300142"/>
              <a:gd name="connsiteX32" fmla="*/ 148731 w 307338"/>
              <a:gd name="connsiteY32" fmla="*/ 0 h 300142"/>
              <a:gd name="connsiteX33" fmla="*/ 155362 w 307338"/>
              <a:gd name="connsiteY33" fmla="*/ 0 h 300142"/>
              <a:gd name="connsiteX34" fmla="*/ 160888 w 307338"/>
              <a:gd name="connsiteY34" fmla="*/ 0 h 300142"/>
              <a:gd name="connsiteX35" fmla="*/ 264775 w 307338"/>
              <a:gd name="connsiteY35" fmla="*/ 45626 h 300142"/>
              <a:gd name="connsiteX36" fmla="*/ 307325 w 307338"/>
              <a:gd name="connsiteY36" fmla="*/ 150071 h 300142"/>
              <a:gd name="connsiteX37" fmla="*/ 173598 w 307338"/>
              <a:gd name="connsiteY37" fmla="*/ 299043 h 300142"/>
              <a:gd name="connsiteX38" fmla="*/ 155362 w 307338"/>
              <a:gd name="connsiteY38" fmla="*/ 300142 h 300142"/>
              <a:gd name="connsiteX39" fmla="*/ 155362 w 307338"/>
              <a:gd name="connsiteY39" fmla="*/ 300142 h 30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7338" h="300142">
                <a:moveTo>
                  <a:pt x="142100" y="249019"/>
                </a:moveTo>
                <a:cubicBezTo>
                  <a:pt x="86841" y="242423"/>
                  <a:pt x="48160" y="192399"/>
                  <a:pt x="54791" y="137977"/>
                </a:cubicBezTo>
                <a:cubicBezTo>
                  <a:pt x="60317" y="92351"/>
                  <a:pt x="96235" y="56620"/>
                  <a:pt x="142100" y="51123"/>
                </a:cubicBezTo>
                <a:lnTo>
                  <a:pt x="142100" y="69813"/>
                </a:lnTo>
                <a:cubicBezTo>
                  <a:pt x="97340" y="76960"/>
                  <a:pt x="66395" y="118188"/>
                  <a:pt x="73579" y="162714"/>
                </a:cubicBezTo>
                <a:cubicBezTo>
                  <a:pt x="79105" y="197896"/>
                  <a:pt x="106734" y="225381"/>
                  <a:pt x="142100" y="230879"/>
                </a:cubicBezTo>
                <a:lnTo>
                  <a:pt x="142100" y="249019"/>
                </a:lnTo>
                <a:close/>
                <a:moveTo>
                  <a:pt x="155362" y="18140"/>
                </a:moveTo>
                <a:cubicBezTo>
                  <a:pt x="153152" y="18140"/>
                  <a:pt x="151494" y="18140"/>
                  <a:pt x="149284" y="18140"/>
                </a:cubicBezTo>
                <a:cubicBezTo>
                  <a:pt x="76342" y="21988"/>
                  <a:pt x="19978" y="84106"/>
                  <a:pt x="23846" y="156668"/>
                </a:cubicBezTo>
                <a:cubicBezTo>
                  <a:pt x="27162" y="223183"/>
                  <a:pt x="80210" y="277054"/>
                  <a:pt x="147074" y="281452"/>
                </a:cubicBezTo>
                <a:lnTo>
                  <a:pt x="155362" y="281452"/>
                </a:lnTo>
                <a:cubicBezTo>
                  <a:pt x="159231" y="281452"/>
                  <a:pt x="163651" y="281452"/>
                  <a:pt x="167519" y="280902"/>
                </a:cubicBezTo>
                <a:lnTo>
                  <a:pt x="169730" y="280902"/>
                </a:lnTo>
                <a:lnTo>
                  <a:pt x="169730" y="230329"/>
                </a:lnTo>
                <a:cubicBezTo>
                  <a:pt x="169730" y="230329"/>
                  <a:pt x="172493" y="229779"/>
                  <a:pt x="174703" y="229229"/>
                </a:cubicBezTo>
                <a:lnTo>
                  <a:pt x="179124" y="228130"/>
                </a:lnTo>
                <a:cubicBezTo>
                  <a:pt x="222778" y="216036"/>
                  <a:pt x="247645" y="170410"/>
                  <a:pt x="235488" y="127533"/>
                </a:cubicBezTo>
                <a:cubicBezTo>
                  <a:pt x="226646" y="97299"/>
                  <a:pt x="201227" y="74211"/>
                  <a:pt x="169730" y="69264"/>
                </a:cubicBezTo>
                <a:lnTo>
                  <a:pt x="169730" y="51123"/>
                </a:lnTo>
                <a:cubicBezTo>
                  <a:pt x="224436" y="58269"/>
                  <a:pt x="263670" y="108293"/>
                  <a:pt x="256486" y="163264"/>
                </a:cubicBezTo>
                <a:cubicBezTo>
                  <a:pt x="251513" y="200644"/>
                  <a:pt x="226094" y="231978"/>
                  <a:pt x="190728" y="244621"/>
                </a:cubicBezTo>
                <a:lnTo>
                  <a:pt x="189070" y="245171"/>
                </a:lnTo>
                <a:lnTo>
                  <a:pt x="189070" y="278154"/>
                </a:lnTo>
                <a:lnTo>
                  <a:pt x="190176" y="278154"/>
                </a:lnTo>
                <a:lnTo>
                  <a:pt x="191281" y="277604"/>
                </a:lnTo>
                <a:cubicBezTo>
                  <a:pt x="262012" y="257814"/>
                  <a:pt x="302904" y="185253"/>
                  <a:pt x="283563" y="114890"/>
                </a:cubicBezTo>
                <a:cubicBezTo>
                  <a:pt x="267538" y="59369"/>
                  <a:pt x="217805" y="20339"/>
                  <a:pt x="160336" y="18140"/>
                </a:cubicBezTo>
                <a:lnTo>
                  <a:pt x="155362" y="18140"/>
                </a:lnTo>
                <a:close/>
                <a:moveTo>
                  <a:pt x="155362" y="300142"/>
                </a:moveTo>
                <a:cubicBezTo>
                  <a:pt x="152047" y="300142"/>
                  <a:pt x="148731" y="300142"/>
                  <a:pt x="145416" y="299592"/>
                </a:cubicBezTo>
                <a:cubicBezTo>
                  <a:pt x="62527" y="297394"/>
                  <a:pt x="-2678" y="227580"/>
                  <a:pt x="85" y="144574"/>
                </a:cubicBezTo>
                <a:cubicBezTo>
                  <a:pt x="2848" y="64866"/>
                  <a:pt x="68053" y="1099"/>
                  <a:pt x="148731" y="0"/>
                </a:cubicBezTo>
                <a:lnTo>
                  <a:pt x="155362" y="0"/>
                </a:lnTo>
                <a:lnTo>
                  <a:pt x="160888" y="0"/>
                </a:lnTo>
                <a:cubicBezTo>
                  <a:pt x="200122" y="1099"/>
                  <a:pt x="237698" y="17591"/>
                  <a:pt x="264775" y="45626"/>
                </a:cubicBezTo>
                <a:cubicBezTo>
                  <a:pt x="292405" y="73661"/>
                  <a:pt x="307877" y="111042"/>
                  <a:pt x="307325" y="150071"/>
                </a:cubicBezTo>
                <a:cubicBezTo>
                  <a:pt x="306772" y="226481"/>
                  <a:pt x="249303" y="290247"/>
                  <a:pt x="173598" y="299043"/>
                </a:cubicBezTo>
                <a:cubicBezTo>
                  <a:pt x="167519" y="300142"/>
                  <a:pt x="161441" y="300142"/>
                  <a:pt x="155362" y="300142"/>
                </a:cubicBezTo>
                <a:lnTo>
                  <a:pt x="155362" y="300142"/>
                </a:lnTo>
                <a:close/>
              </a:path>
            </a:pathLst>
          </a:custGeom>
          <a:solidFill>
            <a:schemeClr val="tx1"/>
          </a:solidFill>
          <a:ln w="5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4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4" r:id="rId3"/>
    <p:sldLayoutId id="2147484085" r:id="rId4"/>
    <p:sldLayoutId id="2147484086" r:id="rId5"/>
    <p:sldLayoutId id="2147484087" r:id="rId6"/>
    <p:sldLayoutId id="2147484088" r:id="rId7"/>
    <p:sldLayoutId id="2147484089" r:id="rId8"/>
    <p:sldLayoutId id="2147484090" r:id="rId9"/>
    <p:sldLayoutId id="2147484091" r:id="rId10"/>
    <p:sldLayoutId id="2147484092" r:id="rId11"/>
    <p:sldLayoutId id="2147484093" r:id="rId12"/>
    <p:sldLayoutId id="2147484094" r:id="rId13"/>
    <p:sldLayoutId id="2147484095" r:id="rId14"/>
    <p:sldLayoutId id="2147484096" r:id="rId15"/>
    <p:sldLayoutId id="2147484097" r:id="rId1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42913" indent="-2143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2383756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413" imgH="416" progId="TCLayout.ActiveDocument.1">
                  <p:embed/>
                </p:oleObj>
              </mc:Choice>
              <mc:Fallback>
                <p:oleObj name="think-cell Slide" r:id="rId4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1" name="Picture 150">
            <a:extLst>
              <a:ext uri="{FF2B5EF4-FFF2-40B4-BE49-F238E27FC236}">
                <a16:creationId xmlns:a16="http://schemas.microsoft.com/office/drawing/2014/main" id="{F0E10E80-8132-44AB-BB3F-5480BE8CF6D2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2192000" cy="355600"/>
          </a:xfrm>
          <a:custGeom>
            <a:avLst/>
            <a:gdLst>
              <a:gd name="connsiteX0" fmla="*/ 0 w 12192000"/>
              <a:gd name="connsiteY0" fmla="*/ 0 h 355600"/>
              <a:gd name="connsiteX1" fmla="*/ 12192000 w 12192000"/>
              <a:gd name="connsiteY1" fmla="*/ 0 h 355600"/>
              <a:gd name="connsiteX2" fmla="*/ 12192000 w 12192000"/>
              <a:gd name="connsiteY2" fmla="*/ 355600 h 355600"/>
              <a:gd name="connsiteX3" fmla="*/ 0 w 12192000"/>
              <a:gd name="connsiteY3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5600">
                <a:moveTo>
                  <a:pt x="0" y="0"/>
                </a:moveTo>
                <a:lnTo>
                  <a:pt x="12192000" y="0"/>
                </a:lnTo>
                <a:lnTo>
                  <a:pt x="12192000" y="355600"/>
                </a:lnTo>
                <a:lnTo>
                  <a:pt x="0" y="355600"/>
                </a:lnTo>
                <a:close/>
              </a:path>
            </a:pathLst>
          </a:custGeom>
        </p:spPr>
      </p:pic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553972" y="6278400"/>
            <a:ext cx="8686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383878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130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9406C250-A34D-4158-A1D1-87482E24C5F6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171" name="Legend1" hidden="1">
              <a:extLst>
                <a:ext uri="{FF2B5EF4-FFF2-40B4-BE49-F238E27FC236}">
                  <a16:creationId xmlns:a16="http://schemas.microsoft.com/office/drawing/2014/main" id="{7B61CAFE-256D-4079-86AC-B71F8302C51B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2" name="Legend2" hidden="1">
              <a:extLst>
                <a:ext uri="{FF2B5EF4-FFF2-40B4-BE49-F238E27FC236}">
                  <a16:creationId xmlns:a16="http://schemas.microsoft.com/office/drawing/2014/main" id="{E7E6A338-28D5-4B72-B80B-5A2AD61D6A6B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73" name="Legend3" hidden="1">
              <a:extLst>
                <a:ext uri="{FF2B5EF4-FFF2-40B4-BE49-F238E27FC236}">
                  <a16:creationId xmlns:a16="http://schemas.microsoft.com/office/drawing/2014/main" id="{0F0D1871-1245-41D1-BA04-48F4D12B1D85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74" name="LineLegend3" hidden="1">
              <a:extLst>
                <a:ext uri="{FF2B5EF4-FFF2-40B4-BE49-F238E27FC236}">
                  <a16:creationId xmlns:a16="http://schemas.microsoft.com/office/drawing/2014/main" id="{9EAA3E87-E190-4249-B3A4-8C72814D119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5" name="LineLegend2" hidden="1">
              <a:extLst>
                <a:ext uri="{FF2B5EF4-FFF2-40B4-BE49-F238E27FC236}">
                  <a16:creationId xmlns:a16="http://schemas.microsoft.com/office/drawing/2014/main" id="{17D42BB7-943A-48F5-A460-C5D8DF0252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6" name="LineLegend1" hidden="1">
              <a:extLst>
                <a:ext uri="{FF2B5EF4-FFF2-40B4-BE49-F238E27FC236}">
                  <a16:creationId xmlns:a16="http://schemas.microsoft.com/office/drawing/2014/main" id="{C4B4D980-0E98-45C8-8373-AFB3024950E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DDF7054D-81CA-4782-AE2D-CE25A9875674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78" name="Legend1" hidden="1">
              <a:extLst>
                <a:ext uri="{FF2B5EF4-FFF2-40B4-BE49-F238E27FC236}">
                  <a16:creationId xmlns:a16="http://schemas.microsoft.com/office/drawing/2014/main" id="{C7F6542A-BFC7-4133-8901-22E1029FCE73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86" name="Legend2" hidden="1">
              <a:extLst>
                <a:ext uri="{FF2B5EF4-FFF2-40B4-BE49-F238E27FC236}">
                  <a16:creationId xmlns:a16="http://schemas.microsoft.com/office/drawing/2014/main" id="{48DDD354-88FD-46E7-AF57-2B56EB4B8E89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8" name="Legend3" hidden="1">
              <a:extLst>
                <a:ext uri="{FF2B5EF4-FFF2-40B4-BE49-F238E27FC236}">
                  <a16:creationId xmlns:a16="http://schemas.microsoft.com/office/drawing/2014/main" id="{0F3C019E-94C7-4DFC-9F59-70CBE3979E28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9" name="Legend4" hidden="1">
              <a:extLst>
                <a:ext uri="{FF2B5EF4-FFF2-40B4-BE49-F238E27FC236}">
                  <a16:creationId xmlns:a16="http://schemas.microsoft.com/office/drawing/2014/main" id="{63A41E82-B13F-4142-940A-EB7753D0D89F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0" name="Legend5" hidden="1">
              <a:extLst>
                <a:ext uri="{FF2B5EF4-FFF2-40B4-BE49-F238E27FC236}">
                  <a16:creationId xmlns:a16="http://schemas.microsoft.com/office/drawing/2014/main" id="{9601C651-482D-46A1-AD4C-6FF5A046A398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201" name="MoonLegend1" hidden="1">
              <a:extLst>
                <a:ext uri="{FF2B5EF4-FFF2-40B4-BE49-F238E27FC236}">
                  <a16:creationId xmlns:a16="http://schemas.microsoft.com/office/drawing/2014/main" id="{255C3BAF-8B0C-451F-85B1-FA94DADCD9A7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 hidden="1">
                <a:extLst>
                  <a:ext uri="{FF2B5EF4-FFF2-40B4-BE49-F238E27FC236}">
                    <a16:creationId xmlns:a16="http://schemas.microsoft.com/office/drawing/2014/main" id="{4E8BF067-ED31-43BD-9281-97EFE0BEA527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5" name="Arc 214" hidden="1">
                <a:extLst>
                  <a:ext uri="{FF2B5EF4-FFF2-40B4-BE49-F238E27FC236}">
                    <a16:creationId xmlns:a16="http://schemas.microsoft.com/office/drawing/2014/main" id="{59041285-2EC7-4DB8-BAAD-066A02A3B6DB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2" name="MoonLegend2" hidden="1">
              <a:extLst>
                <a:ext uri="{FF2B5EF4-FFF2-40B4-BE49-F238E27FC236}">
                  <a16:creationId xmlns:a16="http://schemas.microsoft.com/office/drawing/2014/main" id="{914B3FEE-DF00-4DD3-88FA-DE929AE11350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 hidden="1">
                <a:extLst>
                  <a:ext uri="{FF2B5EF4-FFF2-40B4-BE49-F238E27FC236}">
                    <a16:creationId xmlns:a16="http://schemas.microsoft.com/office/drawing/2014/main" id="{296FFEB7-00EA-46E1-AD22-FACF628E985F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3" name="Arc 212" hidden="1">
                <a:extLst>
                  <a:ext uri="{FF2B5EF4-FFF2-40B4-BE49-F238E27FC236}">
                    <a16:creationId xmlns:a16="http://schemas.microsoft.com/office/drawing/2014/main" id="{4D2808B4-4528-4937-A7F9-F6B3CBA404AA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3" name="MoonLegend3" hidden="1">
              <a:extLst>
                <a:ext uri="{FF2B5EF4-FFF2-40B4-BE49-F238E27FC236}">
                  <a16:creationId xmlns:a16="http://schemas.microsoft.com/office/drawing/2014/main" id="{E688A3CB-1DD2-445A-AB2D-01FE4105CB5E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 hidden="1">
                <a:extLst>
                  <a:ext uri="{FF2B5EF4-FFF2-40B4-BE49-F238E27FC236}">
                    <a16:creationId xmlns:a16="http://schemas.microsoft.com/office/drawing/2014/main" id="{C708E11D-DACE-4994-BAA2-99A2CFDD3C53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1" name="Arc 210" hidden="1">
                <a:extLst>
                  <a:ext uri="{FF2B5EF4-FFF2-40B4-BE49-F238E27FC236}">
                    <a16:creationId xmlns:a16="http://schemas.microsoft.com/office/drawing/2014/main" id="{6D7EF8D8-14FA-4547-93C3-002C847565E2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4" name="MoonLegend4" hidden="1">
              <a:extLst>
                <a:ext uri="{FF2B5EF4-FFF2-40B4-BE49-F238E27FC236}">
                  <a16:creationId xmlns:a16="http://schemas.microsoft.com/office/drawing/2014/main" id="{8A3FF0BD-642A-42A5-B32D-9E9E77ED86FF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 hidden="1">
                <a:extLst>
                  <a:ext uri="{FF2B5EF4-FFF2-40B4-BE49-F238E27FC236}">
                    <a16:creationId xmlns:a16="http://schemas.microsoft.com/office/drawing/2014/main" id="{B79CEE59-FBA3-4B81-B288-76220EFE3070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9" name="Arc 208" hidden="1">
                <a:extLst>
                  <a:ext uri="{FF2B5EF4-FFF2-40B4-BE49-F238E27FC236}">
                    <a16:creationId xmlns:a16="http://schemas.microsoft.com/office/drawing/2014/main" id="{D00459ED-1960-4630-BF5C-F079B068D4C3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5" name="MoonLegend5" hidden="1">
              <a:extLst>
                <a:ext uri="{FF2B5EF4-FFF2-40B4-BE49-F238E27FC236}">
                  <a16:creationId xmlns:a16="http://schemas.microsoft.com/office/drawing/2014/main" id="{96D2E61A-D3E1-4768-8E0F-401DAFD11662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 hidden="1">
                <a:extLst>
                  <a:ext uri="{FF2B5EF4-FFF2-40B4-BE49-F238E27FC236}">
                    <a16:creationId xmlns:a16="http://schemas.microsoft.com/office/drawing/2014/main" id="{2F4DCDCF-5AC9-4639-BEAE-9E1B0FE29EFD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7" name="Arc 206" hidden="1">
                <a:extLst>
                  <a:ext uri="{FF2B5EF4-FFF2-40B4-BE49-F238E27FC236}">
                    <a16:creationId xmlns:a16="http://schemas.microsoft.com/office/drawing/2014/main" id="{725A14AB-43C2-452F-BAF3-199FA5410B75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3F6A0241-28FE-4C60-979A-A0B42E588EB3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217" name="RectangleLegend1" hidden="1">
              <a:extLst>
                <a:ext uri="{FF2B5EF4-FFF2-40B4-BE49-F238E27FC236}">
                  <a16:creationId xmlns:a16="http://schemas.microsoft.com/office/drawing/2014/main" id="{C2DB9A65-62C1-43BB-907E-1CF4E38A6765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8" name="RectangleLegend2" hidden="1">
              <a:extLst>
                <a:ext uri="{FF2B5EF4-FFF2-40B4-BE49-F238E27FC236}">
                  <a16:creationId xmlns:a16="http://schemas.microsoft.com/office/drawing/2014/main" id="{1DD0F2E8-29A0-462C-9623-679EAE664235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9" name="RectangleLegend3" hidden="1">
              <a:extLst>
                <a:ext uri="{FF2B5EF4-FFF2-40B4-BE49-F238E27FC236}">
                  <a16:creationId xmlns:a16="http://schemas.microsoft.com/office/drawing/2014/main" id="{73E92E52-B4DF-4315-BAF4-72FDE35B7487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0" name="RectangleLegend4" hidden="1">
              <a:extLst>
                <a:ext uri="{FF2B5EF4-FFF2-40B4-BE49-F238E27FC236}">
                  <a16:creationId xmlns:a16="http://schemas.microsoft.com/office/drawing/2014/main" id="{E688A3EE-85F1-4C5F-A411-EAD70F3A5B42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1" name="RectangleLegend5" hidden="1">
              <a:extLst>
                <a:ext uri="{FF2B5EF4-FFF2-40B4-BE49-F238E27FC236}">
                  <a16:creationId xmlns:a16="http://schemas.microsoft.com/office/drawing/2014/main" id="{13270C13-5FF6-4534-B79D-2F8721762653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2" name="Legend1" hidden="1">
              <a:extLst>
                <a:ext uri="{FF2B5EF4-FFF2-40B4-BE49-F238E27FC236}">
                  <a16:creationId xmlns:a16="http://schemas.microsoft.com/office/drawing/2014/main" id="{EF7EAB6C-27F1-4199-8AC0-FD3AE9F21C5B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3" name="Legend2" hidden="1">
              <a:extLst>
                <a:ext uri="{FF2B5EF4-FFF2-40B4-BE49-F238E27FC236}">
                  <a16:creationId xmlns:a16="http://schemas.microsoft.com/office/drawing/2014/main" id="{D9961983-C30B-4465-BEAF-6AB6AA5AD639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4" name="Legend3" hidden="1">
              <a:extLst>
                <a:ext uri="{FF2B5EF4-FFF2-40B4-BE49-F238E27FC236}">
                  <a16:creationId xmlns:a16="http://schemas.microsoft.com/office/drawing/2014/main" id="{18D6FC9E-3699-4084-B109-ADEEA641C28F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" name="Legend4" hidden="1">
              <a:extLst>
                <a:ext uri="{FF2B5EF4-FFF2-40B4-BE49-F238E27FC236}">
                  <a16:creationId xmlns:a16="http://schemas.microsoft.com/office/drawing/2014/main" id="{E600615A-8B04-4AFD-845D-68A006FF1EAC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6" name="Legend5" hidden="1">
              <a:extLst>
                <a:ext uri="{FF2B5EF4-FFF2-40B4-BE49-F238E27FC236}">
                  <a16:creationId xmlns:a16="http://schemas.microsoft.com/office/drawing/2014/main" id="{CC55C0B6-39D3-4D1D-94E7-4EAD9AAB6BD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Legend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pic>
        <p:nvPicPr>
          <p:cNvPr id="149" name="Graphic 148">
            <a:extLst>
              <a:ext uri="{FF2B5EF4-FFF2-40B4-BE49-F238E27FC236}">
                <a16:creationId xmlns:a16="http://schemas.microsoft.com/office/drawing/2014/main" id="{3D931752-13CC-4AE9-97F1-EFA120699060}"/>
              </a:ext>
            </a:extLst>
          </p:cNvPr>
          <p:cNvPicPr>
            <a:picLocks/>
          </p:cNvPicPr>
          <p:nvPr userDrawn="1"/>
        </p:nvPicPr>
        <p:blipFill>
          <a:blip r:embed="rId4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 bwMode="ltGray">
          <a:xfrm>
            <a:off x="10059905" y="6414693"/>
            <a:ext cx="1237801" cy="302341"/>
          </a:xfrm>
          <a:prstGeom prst="rect">
            <a:avLst/>
          </a:prstGeom>
        </p:spPr>
      </p:pic>
      <p:sp>
        <p:nvSpPr>
          <p:cNvPr id="6" name="SlideLogoText" hidden="1">
            <a:extLst>
              <a:ext uri="{FF2B5EF4-FFF2-40B4-BE49-F238E27FC236}">
                <a16:creationId xmlns:a16="http://schemas.microsoft.com/office/drawing/2014/main" id="{76CBF7F3-5BF1-49BC-9FF8-32FB2077D6A2}"/>
              </a:ext>
            </a:extLst>
          </p:cNvPr>
          <p:cNvSpPr txBox="1"/>
          <p:nvPr userDrawn="1"/>
        </p:nvSpPr>
        <p:spPr>
          <a:xfrm>
            <a:off x="10281196" y="6615212"/>
            <a:ext cx="1256754" cy="1538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McKinsey &amp; Company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53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4" r:id="rId2"/>
    <p:sldLayoutId id="2147484105" r:id="rId3"/>
    <p:sldLayoutId id="2147484106" r:id="rId4"/>
    <p:sldLayoutId id="2147484107" r:id="rId5"/>
    <p:sldLayoutId id="2147484108" r:id="rId6"/>
    <p:sldLayoutId id="2147484109" r:id="rId7"/>
    <p:sldLayoutId id="2147484110" r:id="rId8"/>
    <p:sldLayoutId id="2147484111" r:id="rId9"/>
    <p:sldLayoutId id="2147484112" r:id="rId10"/>
    <p:sldLayoutId id="2147484113" r:id="rId11"/>
    <p:sldLayoutId id="2147484114" r:id="rId12"/>
    <p:sldLayoutId id="2147484115" r:id="rId13"/>
    <p:sldLayoutId id="2147484116" r:id="rId14"/>
    <p:sldLayoutId id="2147484117" r:id="rId15"/>
    <p:sldLayoutId id="2147484118" r:id="rId16"/>
    <p:sldLayoutId id="2147484119" r:id="rId17"/>
    <p:sldLayoutId id="2147484120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2pPr>
      <a:lvl3pPr marL="442913" indent="-2143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45.xml"/><Relationship Id="rId4" Type="http://schemas.openxmlformats.org/officeDocument/2006/relationships/image" Target="../media/image18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e-compsets.streamlit.app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46.xml"/><Relationship Id="rId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F6FF044-9F4C-41A1-A877-4DA02B08B4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6550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F6FF044-9F4C-41A1-A877-4DA02B08B4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ADB9CC-AB02-4101-9E19-49CFA5C25A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April 2025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9E9091F-7487-4FE1-9EF7-7E2C97B50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942" y="5059220"/>
            <a:ext cx="5665978" cy="307777"/>
          </a:xfrm>
        </p:spPr>
        <p:txBody>
          <a:bodyPr/>
          <a:lstStyle/>
          <a:p>
            <a:pPr>
              <a:buNone/>
            </a:pPr>
            <a:r>
              <a:rPr lang="en-US" dirty="0"/>
              <a:t>Data &amp; Analytics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F0B4ABD-D1FB-4454-975F-3EA009274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42" y="4122178"/>
            <a:ext cx="7942578" cy="677108"/>
          </a:xfrm>
        </p:spPr>
        <p:txBody>
          <a:bodyPr vert="horz"/>
          <a:lstStyle/>
          <a:p>
            <a:r>
              <a:rPr lang="en-US" dirty="0"/>
              <a:t>Defining Good Revenue</a:t>
            </a:r>
          </a:p>
        </p:txBody>
      </p:sp>
    </p:spTree>
    <p:extLst>
      <p:ext uri="{BB962C8B-B14F-4D97-AF65-F5344CB8AC3E}">
        <p14:creationId xmlns:p14="http://schemas.microsoft.com/office/powerpoint/2010/main" val="144438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6DB0-3876-BAC9-905B-A897F817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– Why is this important?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2F709E3-96FA-A844-B75E-A3C1EF0F1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B00D1-7350-8160-D5B7-2986C61BDDF3}"/>
              </a:ext>
            </a:extLst>
          </p:cNvPr>
          <p:cNvSpPr txBox="1"/>
          <p:nvPr/>
        </p:nvSpPr>
        <p:spPr>
          <a:xfrm>
            <a:off x="554734" y="2013358"/>
            <a:ext cx="10896238" cy="35177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Where are we making good pricing decisions?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Use this information to develop future recommendation models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(Training only on periods with “good revenue”)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endParaRPr lang="en-US" sz="2800" dirty="0"/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Allow continuous monitoring of which assets are consistently performing well or poorly</a:t>
            </a:r>
          </a:p>
        </p:txBody>
      </p:sp>
    </p:spTree>
    <p:extLst>
      <p:ext uri="{BB962C8B-B14F-4D97-AF65-F5344CB8AC3E}">
        <p14:creationId xmlns:p14="http://schemas.microsoft.com/office/powerpoint/2010/main" val="5985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041A-C359-4660-7283-26C9366F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/>
          <a:lstStyle/>
          <a:p>
            <a:r>
              <a:rPr lang="en-US" dirty="0"/>
              <a:t>Process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4AC1B-EE36-E1E8-08E9-325714C5E1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BD4B0-B236-A42C-D1B2-BB0A6A688E51}"/>
              </a:ext>
            </a:extLst>
          </p:cNvPr>
          <p:cNvSpPr txBox="1"/>
          <p:nvPr/>
        </p:nvSpPr>
        <p:spPr>
          <a:xfrm>
            <a:off x="4177717" y="805343"/>
            <a:ext cx="7164199" cy="516761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1. </a:t>
            </a:r>
            <a:r>
              <a:rPr lang="en-US" sz="2000" i="1" dirty="0"/>
              <a:t>Establish a comprehensive metric </a:t>
            </a:r>
            <a:r>
              <a:rPr lang="en-US" sz="2000" dirty="0"/>
              <a:t>to benchmark asset performance against competitors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US" sz="2000" dirty="0"/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2. </a:t>
            </a:r>
            <a:r>
              <a:rPr lang="en-US" sz="2000" i="1" dirty="0"/>
              <a:t>Build a tailored comp set </a:t>
            </a:r>
            <a:r>
              <a:rPr lang="en-US" sz="2000" dirty="0"/>
              <a:t>for each asset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US" sz="2000" dirty="0"/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3. </a:t>
            </a:r>
            <a:r>
              <a:rPr lang="en-US" sz="2000" i="1" dirty="0"/>
              <a:t>Monitor each asset’s position </a:t>
            </a:r>
            <a:r>
              <a:rPr lang="en-US" sz="2000" dirty="0"/>
              <a:t>within its comp set using the defined metric</a:t>
            </a:r>
          </a:p>
        </p:txBody>
      </p:sp>
    </p:spTree>
    <p:extLst>
      <p:ext uri="{BB962C8B-B14F-4D97-AF65-F5344CB8AC3E}">
        <p14:creationId xmlns:p14="http://schemas.microsoft.com/office/powerpoint/2010/main" val="178085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6DB0-3876-BAC9-905B-A897F817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Establishing a Metric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D306E-5AB2-1170-F900-427921D12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843870"/>
            <a:ext cx="11082528" cy="63094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ED1B6-8E51-F6E5-E600-F4C918833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6C03EA-D513-DA77-AD33-EA284AF69C24}"/>
              </a:ext>
            </a:extLst>
          </p:cNvPr>
          <p:cNvSpPr/>
          <p:nvPr/>
        </p:nvSpPr>
        <p:spPr>
          <a:xfrm>
            <a:off x="922789" y="2044421"/>
            <a:ext cx="4420998" cy="139257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bg1"/>
                </a:solidFill>
              </a:rPr>
              <a:t>Net Leased: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>
              <a:solidFill>
                <a:schemeClr val="bg1"/>
              </a:solidFill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bg1"/>
                </a:solidFill>
              </a:rPr>
              <a:t>1 – (Total # of listings / Total # of units)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789D7B-59EE-2883-C02B-B188AE1989F4}"/>
              </a:ext>
            </a:extLst>
          </p:cNvPr>
          <p:cNvSpPr/>
          <p:nvPr/>
        </p:nvSpPr>
        <p:spPr>
          <a:xfrm>
            <a:off x="6848215" y="2044421"/>
            <a:ext cx="4420998" cy="139257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bg1"/>
                </a:solidFill>
              </a:rPr>
              <a:t>Rent Roll¹: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>
              <a:solidFill>
                <a:schemeClr val="bg1"/>
              </a:solidFill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bg1"/>
                </a:solidFill>
              </a:rPr>
              <a:t>Effective rent / </a:t>
            </a:r>
            <a:r>
              <a:rPr lang="en-US" sz="1600" dirty="0" err="1">
                <a:solidFill>
                  <a:schemeClr val="bg1"/>
                </a:solidFill>
              </a:rPr>
              <a:t>sqft</a:t>
            </a:r>
            <a:r>
              <a:rPr lang="en-US" sz="1600" dirty="0">
                <a:solidFill>
                  <a:schemeClr val="bg1"/>
                </a:solidFill>
              </a:rPr>
              <a:t>. adjusting for unit group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9E87C7-C362-7EC1-F04C-1721F692DCFD}"/>
              </a:ext>
            </a:extLst>
          </p:cNvPr>
          <p:cNvSpPr/>
          <p:nvPr/>
        </p:nvSpPr>
        <p:spPr>
          <a:xfrm>
            <a:off x="3885500" y="4342416"/>
            <a:ext cx="4420998" cy="139257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b="1" dirty="0" err="1">
                <a:solidFill>
                  <a:schemeClr val="bg1"/>
                </a:solidFill>
              </a:rPr>
              <a:t>RevPASF</a:t>
            </a:r>
            <a:endParaRPr lang="en-US" sz="1600" b="1" dirty="0">
              <a:solidFill>
                <a:schemeClr val="bg1"/>
              </a:solidFill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>
              <a:solidFill>
                <a:schemeClr val="bg1"/>
              </a:solidFill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bg1"/>
                </a:solidFill>
              </a:rPr>
              <a:t>(Rent Roll / </a:t>
            </a:r>
            <a:r>
              <a:rPr lang="en-US" sz="1600" dirty="0" err="1">
                <a:solidFill>
                  <a:schemeClr val="bg1"/>
                </a:solidFill>
              </a:rPr>
              <a:t>sqft</a:t>
            </a:r>
            <a:r>
              <a:rPr lang="en-US" sz="1600" dirty="0">
                <a:solidFill>
                  <a:schemeClr val="bg1"/>
                </a:solidFill>
              </a:rPr>
              <a:t>.) x (Net Leased)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BAE3695-8D4C-AB5F-34E9-7DFE1CC20A33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4161932" y="2408348"/>
            <a:ext cx="905423" cy="2962711"/>
          </a:xfrm>
          <a:prstGeom prst="bentConnector3">
            <a:avLst/>
          </a:prstGeom>
          <a:ln w="190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DFFF4E3-F731-45B5-9438-F7FC8B94469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7124646" y="2408347"/>
            <a:ext cx="905423" cy="2962715"/>
          </a:xfrm>
          <a:prstGeom prst="bentConnector3">
            <a:avLst>
              <a:gd name="adj1" fmla="val 50000"/>
            </a:avLst>
          </a:prstGeom>
          <a:ln w="190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198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D4261-F5F7-ED83-8655-0981BB90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726D-50B9-614E-D682-B55566E0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Building Comp 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117E3-6D46-107D-61BE-C782B7AC7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843870"/>
            <a:ext cx="11082528" cy="63094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7212A-31ED-BCBB-7B04-B571A7F972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95E6D-0D84-2A64-F375-38759EF96163}"/>
              </a:ext>
            </a:extLst>
          </p:cNvPr>
          <p:cNvSpPr txBox="1"/>
          <p:nvPr/>
        </p:nvSpPr>
        <p:spPr>
          <a:xfrm>
            <a:off x="554735" y="1654281"/>
            <a:ext cx="11082528" cy="40351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 err="1"/>
              <a:t>HelloData</a:t>
            </a:r>
            <a:r>
              <a:rPr lang="en-US" sz="1600" dirty="0"/>
              <a:t> has an algorithm to calculate similarity between properties using various parameters.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/>
              <a:t>Convene on next steps</a:t>
            </a:r>
            <a:endParaRPr lang="en-US" sz="1600" dirty="0"/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b="1" dirty="0"/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/>
              <a:t>Use </a:t>
            </a:r>
            <a:r>
              <a:rPr lang="en-US" sz="1600" b="1" dirty="0">
                <a:hlinkClick r:id="rId2"/>
              </a:rPr>
              <a:t>https://create-compsets.streamlit.app/</a:t>
            </a:r>
            <a:r>
              <a:rPr lang="en-US" sz="1600" b="1" dirty="0"/>
              <a:t> as a guide when creating sets</a:t>
            </a:r>
          </a:p>
        </p:txBody>
      </p:sp>
    </p:spTree>
    <p:extLst>
      <p:ext uri="{BB962C8B-B14F-4D97-AF65-F5344CB8AC3E}">
        <p14:creationId xmlns:p14="http://schemas.microsoft.com/office/powerpoint/2010/main" val="2669601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8E9BA-467C-07E4-1D2E-2B05384D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88FEA-9C25-5FEA-CEB9-A2C6AA6B0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Monitoring Position in </a:t>
            </a:r>
            <a:r>
              <a:rPr lang="en-US" dirty="0" err="1"/>
              <a:t>RevPASF</a:t>
            </a:r>
            <a:r>
              <a:rPr lang="en-US" dirty="0"/>
              <a:t> among Comps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F9C1C-08AE-752E-AC83-9DA98E81D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843870"/>
            <a:ext cx="11082528" cy="63094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7E5BA-CB8A-E900-D203-AA5CB0FFFA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30FA1F-B5EB-3DC1-888F-FB22972CA7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"/>
          <a:stretch/>
        </p:blipFill>
        <p:spPr>
          <a:xfrm>
            <a:off x="1456255" y="2712324"/>
            <a:ext cx="5352386" cy="2876951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DDF28D7-FA4D-2A5B-1EC8-F22B9E4DDC1C}"/>
              </a:ext>
            </a:extLst>
          </p:cNvPr>
          <p:cNvSpPr/>
          <p:nvPr/>
        </p:nvSpPr>
        <p:spPr>
          <a:xfrm>
            <a:off x="1084449" y="2007474"/>
            <a:ext cx="1432560" cy="449580"/>
          </a:xfrm>
          <a:prstGeom prst="round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 err="1">
                <a:solidFill>
                  <a:schemeClr val="bg1"/>
                </a:solidFill>
              </a:rPr>
              <a:t>RevPASF</a:t>
            </a:r>
            <a:r>
              <a:rPr lang="en-US" sz="1200" dirty="0">
                <a:solidFill>
                  <a:schemeClr val="bg1"/>
                </a:solidFill>
              </a:rPr>
              <a:t> Rank among Comp Set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3B0769C-43D2-97E5-5F51-9766C3F85A90}"/>
              </a:ext>
            </a:extLst>
          </p:cNvPr>
          <p:cNvSpPr/>
          <p:nvPr/>
        </p:nvSpPr>
        <p:spPr>
          <a:xfrm>
            <a:off x="3943349" y="2015630"/>
            <a:ext cx="1958381" cy="449580"/>
          </a:xfrm>
          <a:prstGeom prst="round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Last Quarter’s </a:t>
            </a:r>
            <a:r>
              <a:rPr lang="en-US" sz="1200" dirty="0" err="1">
                <a:solidFill>
                  <a:schemeClr val="bg1"/>
                </a:solidFill>
              </a:rPr>
              <a:t>RevPASF</a:t>
            </a:r>
            <a:r>
              <a:rPr lang="en-US" sz="1200" dirty="0">
                <a:solidFill>
                  <a:schemeClr val="bg1"/>
                </a:solidFill>
              </a:rPr>
              <a:t> Rank among Comp Set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84149D5-CD6A-F76A-87DC-16110A485DCE}"/>
              </a:ext>
            </a:extLst>
          </p:cNvPr>
          <p:cNvCxnSpPr>
            <a:stCxn id="16" idx="3"/>
          </p:cNvCxnSpPr>
          <p:nvPr/>
        </p:nvCxnSpPr>
        <p:spPr>
          <a:xfrm>
            <a:off x="2517009" y="2232264"/>
            <a:ext cx="310837" cy="480060"/>
          </a:xfrm>
          <a:prstGeom prst="bentConnector2">
            <a:avLst/>
          </a:prstGeom>
          <a:ln w="1270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E975F69-7D86-D7E4-CC98-F730F5ECB838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 flipV="1">
            <a:off x="3577763" y="2240420"/>
            <a:ext cx="365586" cy="480060"/>
          </a:xfrm>
          <a:prstGeom prst="bentConnector2">
            <a:avLst/>
          </a:prstGeom>
          <a:ln w="1270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3B91B9-6554-0B96-79B8-B5FF99D8495E}"/>
              </a:ext>
            </a:extLst>
          </p:cNvPr>
          <p:cNvSpPr/>
          <p:nvPr/>
        </p:nvSpPr>
        <p:spPr>
          <a:xfrm>
            <a:off x="7447280" y="1341120"/>
            <a:ext cx="4531360" cy="4876800"/>
          </a:xfrm>
          <a:prstGeom prst="roundRect">
            <a:avLst/>
          </a:prstGeom>
          <a:solidFill>
            <a:schemeClr val="bg1"/>
          </a:solidFill>
          <a:ln w="19050" cap="sq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C3B219-A681-4D54-DAA3-DC00173964ED}"/>
              </a:ext>
            </a:extLst>
          </p:cNvPr>
          <p:cNvSpPr/>
          <p:nvPr/>
        </p:nvSpPr>
        <p:spPr>
          <a:xfrm>
            <a:off x="8675919" y="1615440"/>
            <a:ext cx="2074081" cy="431893"/>
          </a:xfrm>
          <a:prstGeom prst="round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If </a:t>
            </a:r>
            <a:r>
              <a:rPr lang="en-US" sz="1400" dirty="0" err="1"/>
              <a:t>RevPASF</a:t>
            </a:r>
            <a:r>
              <a:rPr lang="en-US" sz="1400" dirty="0"/>
              <a:t> Rank…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25E83E-E749-A670-8FB7-864A539268D9}"/>
              </a:ext>
            </a:extLst>
          </p:cNvPr>
          <p:cNvSpPr/>
          <p:nvPr/>
        </p:nvSpPr>
        <p:spPr>
          <a:xfrm>
            <a:off x="7632913" y="4716083"/>
            <a:ext cx="1422883" cy="630942"/>
          </a:xfrm>
          <a:prstGeom prst="round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Period Quality: Good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DB48B6-30D5-3F46-9ECC-25A5C176D9BD}"/>
              </a:ext>
            </a:extLst>
          </p:cNvPr>
          <p:cNvSpPr/>
          <p:nvPr/>
        </p:nvSpPr>
        <p:spPr>
          <a:xfrm>
            <a:off x="10424403" y="4715604"/>
            <a:ext cx="1422883" cy="630942"/>
          </a:xfrm>
          <a:prstGeom prst="round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Period Quality: Poor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8559850-7B1E-AA64-0613-79C8E541075D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 rot="5400000">
            <a:off x="7694283" y="2697406"/>
            <a:ext cx="2668750" cy="1368605"/>
          </a:xfrm>
          <a:prstGeom prst="bentConnector3">
            <a:avLst>
              <a:gd name="adj1" fmla="val 15737"/>
            </a:avLst>
          </a:prstGeom>
          <a:ln w="28575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A4A5AAD-EDCB-076B-61D2-18C5538E5B4C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rot="16200000" flipH="1">
            <a:off x="9090267" y="2670025"/>
            <a:ext cx="2668271" cy="1422885"/>
          </a:xfrm>
          <a:prstGeom prst="bentConnector3">
            <a:avLst>
              <a:gd name="adj1" fmla="val 15731"/>
            </a:avLst>
          </a:prstGeom>
          <a:ln w="28575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A9AC30B-104D-9E4B-B14D-A3ECFF3791FA}"/>
              </a:ext>
            </a:extLst>
          </p:cNvPr>
          <p:cNvSpPr txBox="1"/>
          <p:nvPr/>
        </p:nvSpPr>
        <p:spPr>
          <a:xfrm>
            <a:off x="8483600" y="2289092"/>
            <a:ext cx="922061" cy="21663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i="1" dirty="0"/>
              <a:t>Improves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9F9B4A-A91E-9B41-5FD6-E0AB50BCADCB}"/>
              </a:ext>
            </a:extLst>
          </p:cNvPr>
          <p:cNvSpPr txBox="1"/>
          <p:nvPr/>
        </p:nvSpPr>
        <p:spPr>
          <a:xfrm>
            <a:off x="9865359" y="2288726"/>
            <a:ext cx="922061" cy="21663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i="1" dirty="0"/>
              <a:t>Declines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3C1FDBB-41EC-8C47-A41E-86FB81DF84C1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9712960" y="2047333"/>
            <a:ext cx="1" cy="909227"/>
          </a:xfrm>
          <a:prstGeom prst="straightConnector1">
            <a:avLst/>
          </a:prstGeom>
          <a:ln w="28575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D844C2F-ACE1-934E-A60E-E7662E03EE95}"/>
              </a:ext>
            </a:extLst>
          </p:cNvPr>
          <p:cNvSpPr txBox="1"/>
          <p:nvPr/>
        </p:nvSpPr>
        <p:spPr>
          <a:xfrm>
            <a:off x="9068141" y="3048503"/>
            <a:ext cx="1289635" cy="21663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i="1" dirty="0"/>
              <a:t>Stays the same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7C197F-09FF-F5C1-AB3B-A2CDDFF3086D}"/>
              </a:ext>
            </a:extLst>
          </p:cNvPr>
          <p:cNvCxnSpPr>
            <a:cxnSpLocks/>
          </p:cNvCxnSpPr>
          <p:nvPr/>
        </p:nvCxnSpPr>
        <p:spPr>
          <a:xfrm>
            <a:off x="9712961" y="3314239"/>
            <a:ext cx="1" cy="457200"/>
          </a:xfrm>
          <a:prstGeom prst="straightConnector1">
            <a:avLst/>
          </a:prstGeom>
          <a:ln w="28575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1284C80-0E99-EDEA-BB0B-882A32CDAD3C}"/>
              </a:ext>
            </a:extLst>
          </p:cNvPr>
          <p:cNvSpPr/>
          <p:nvPr/>
        </p:nvSpPr>
        <p:spPr>
          <a:xfrm>
            <a:off x="8676763" y="3893818"/>
            <a:ext cx="2074081" cy="431893"/>
          </a:xfrm>
          <a:prstGeom prst="round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If </a:t>
            </a:r>
            <a:r>
              <a:rPr lang="en-US" sz="1400" dirty="0" err="1"/>
              <a:t>RevPASF</a:t>
            </a:r>
            <a:r>
              <a:rPr lang="en-US" sz="1400" dirty="0"/>
              <a:t> vs. Avg…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46C7E54-DDEA-F4EE-2C32-47A622DFD06F}"/>
              </a:ext>
            </a:extLst>
          </p:cNvPr>
          <p:cNvCxnSpPr>
            <a:cxnSpLocks/>
            <a:stCxn id="50" idx="2"/>
            <a:endCxn id="28" idx="1"/>
          </p:cNvCxnSpPr>
          <p:nvPr/>
        </p:nvCxnSpPr>
        <p:spPr>
          <a:xfrm rot="16200000" flipH="1">
            <a:off x="9716421" y="4323093"/>
            <a:ext cx="705364" cy="710599"/>
          </a:xfrm>
          <a:prstGeom prst="bentConnector2">
            <a:avLst/>
          </a:prstGeom>
          <a:ln w="28575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3296C4D-1431-EC8B-F608-9CD44F4E0F16}"/>
              </a:ext>
            </a:extLst>
          </p:cNvPr>
          <p:cNvCxnSpPr>
            <a:cxnSpLocks/>
            <a:stCxn id="50" idx="2"/>
            <a:endCxn id="26" idx="3"/>
          </p:cNvCxnSpPr>
          <p:nvPr/>
        </p:nvCxnSpPr>
        <p:spPr>
          <a:xfrm rot="5400000">
            <a:off x="9031879" y="4349628"/>
            <a:ext cx="705843" cy="658008"/>
          </a:xfrm>
          <a:prstGeom prst="bentConnector2">
            <a:avLst/>
          </a:prstGeom>
          <a:ln w="28575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0804C23-26AC-80F6-00DE-B421A3FD30CA}"/>
              </a:ext>
            </a:extLst>
          </p:cNvPr>
          <p:cNvSpPr txBox="1"/>
          <p:nvPr/>
        </p:nvSpPr>
        <p:spPr>
          <a:xfrm>
            <a:off x="8910853" y="4826099"/>
            <a:ext cx="922061" cy="21663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i="1" dirty="0"/>
              <a:t>Increases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9B6234-CFC3-CEBD-1772-0FDA7824CE6B}"/>
              </a:ext>
            </a:extLst>
          </p:cNvPr>
          <p:cNvSpPr txBox="1"/>
          <p:nvPr/>
        </p:nvSpPr>
        <p:spPr>
          <a:xfrm>
            <a:off x="9621451" y="4820031"/>
            <a:ext cx="922061" cy="21663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i="1" dirty="0"/>
              <a:t>Decreases</a:t>
            </a:r>
          </a:p>
        </p:txBody>
      </p:sp>
    </p:spTree>
    <p:extLst>
      <p:ext uri="{BB962C8B-B14F-4D97-AF65-F5344CB8AC3E}">
        <p14:creationId xmlns:p14="http://schemas.microsoft.com/office/powerpoint/2010/main" val="3098059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A805515-4011-4476-B1C8-77F20539D37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A805515-4011-4476-B1C8-77F20539D3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BB15B1B8-2C67-4211-BDFB-B81437AE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Appendix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032875-8B2D-412E-B90A-81499EBA4E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AD35-08FC-4D7E-7EC3-F60C763EC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Rent Roll Calculation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273E9EC-DF00-938B-B429-084117C37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4" y="24663"/>
            <a:ext cx="194564" cy="369332"/>
          </a:xfrm>
        </p:spPr>
        <p:txBody>
          <a:bodyPr/>
          <a:lstStyle/>
          <a:p>
            <a:r>
              <a:rPr lang="en-US" sz="2400" dirty="0"/>
              <a:t>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1D2E0F-BBDB-629C-B86F-58D9E8DBC3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AFE6D-4D9F-4BDF-94B5-E686A0DA236E}"/>
              </a:ext>
            </a:extLst>
          </p:cNvPr>
          <p:cNvSpPr txBox="1"/>
          <p:nvPr/>
        </p:nvSpPr>
        <p:spPr>
          <a:xfrm>
            <a:off x="3937000" y="901700"/>
            <a:ext cx="7700264" cy="53086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The only information we have for external assets is their online listings every day.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For rent roll calculations, we’re assuming that the new resident chose the most financially optimal lease term, based on what was listed.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The way we’re calculating rent roll for each day is: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US" sz="1600" dirty="0"/>
              <a:t>Take the most recent lease for each unit up to that day 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US" sz="1600" dirty="0"/>
              <a:t>Estimate that asset’s unit mix and apply the reference property’s mix as a weighting factor to normalize them to the same scale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US" sz="1600" dirty="0"/>
              <a:t>Calculate rent roll / </a:t>
            </a:r>
            <a:r>
              <a:rPr lang="en-US" sz="1600" dirty="0" err="1"/>
              <a:t>sqft</a:t>
            </a:r>
            <a:r>
              <a:rPr lang="en-US" sz="1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905099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EMPLATELASTEDITED" val="2021-02-26 03:44 PM"/>
  <p:tag name="MTBTACCENT" val="Accent1ColorBoldText"/>
  <p:tag name="THINKCELLPRESENTATIONDONOTDELETE" val="&lt;?xml version=&quot;1.0&quot; encoding=&quot;UTF-16&quot; standalone=&quot;yes&quot;?&gt;&lt;root reqver=&quot;27037&quot;&gt;&lt;version val=&quot;3251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SCLIENT" val="True"/>
  <p:tag name="ICONENCLOSURE" val="False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HRyMqX.2DwGNTurmzZW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pk7TYHRxaIHe6.SUx9j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YLYSbLzP8DsqQ5_IDvM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.CItTNY183IiV2Hkhfz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rJZYiK81Dqg3AKqhPXm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RLcqlXddAIBcoL4_Fmk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Ti586bxaRXNGLyq6cjU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nDxEIFDMpZ7XFucXEwc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pk7TYHRxaIHe6.SUx9j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0evTD9FXplcSqw.av8M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QWNAe6aOZs3iPRT_1kI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4BZlnvKEO9ZCIa9.28.w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lrMtUqEgDkWzqRveXdMg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YLYSbLzP8DsqQ5_IDvMg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.CItTNY183IiV2HkhfzA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rJZYiK81Dqg3AKqhPXmQ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RLcqlXddAIBcoL4_FmkA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Ti586bxaRXNGLyq6cjU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nDxEIFDMpZ7XFucXEwcQ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pk7TYHRxaIHe6.SUx9jg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0evTD9FXplcSqw.av8MA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QWNAe6aOZs3iPRT_1kIw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4BZlnvKEO9ZCIa9.28.w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lrMtUqEgDkWzqRveXdMg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HRyMqX.2DwGNTurmzZWQ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pk7TYHRxaIHe6.SUx9jg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43074"/>
      </a:accent1>
      <a:accent2>
        <a:srgbClr val="A9C23F"/>
      </a:accent2>
      <a:accent3>
        <a:srgbClr val="0099AD"/>
      </a:accent3>
      <a:accent4>
        <a:srgbClr val="B0DE5C"/>
      </a:accent4>
      <a:accent5>
        <a:srgbClr val="5D554B"/>
      </a:accent5>
      <a:accent6>
        <a:srgbClr val="C3C3C3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43074"/>
        </a:accent1>
        <a:accent2>
          <a:srgbClr val="A9C23F"/>
        </a:accent2>
        <a:accent3>
          <a:srgbClr val="0099AD"/>
        </a:accent3>
        <a:accent4>
          <a:srgbClr val="B0DE5C"/>
        </a:accent4>
        <a:accent5>
          <a:srgbClr val="5D554B"/>
        </a:accent5>
        <a:accent6>
          <a:srgbClr val="C3C3C3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AT3451_OFF.potx" id="{15A1F3AD-7588-4305-A500-EB7094E26042}" vid="{ECA521DC-A48B-4221-86A2-D0D6579BD23D}"/>
    </a:ext>
  </a:extLst>
</a:theme>
</file>

<file path=ppt/theme/theme2.xml><?xml version="1.0" encoding="utf-8"?>
<a:theme xmlns:a="http://schemas.openxmlformats.org/drawingml/2006/main" name="Contrast">
  <a:themeElements>
    <a:clrScheme name="Scheme2">
      <a:dk1>
        <a:srgbClr val="FFFFFF"/>
      </a:dk1>
      <a:lt1>
        <a:srgbClr val="043074"/>
      </a:lt1>
      <a:dk2>
        <a:srgbClr val="000000"/>
      </a:dk2>
      <a:lt2>
        <a:srgbClr val="000000"/>
      </a:lt2>
      <a:accent1>
        <a:srgbClr val="FFFFFF"/>
      </a:accent1>
      <a:accent2>
        <a:srgbClr val="0099AD"/>
      </a:accent2>
      <a:accent3>
        <a:srgbClr val="A9C23F"/>
      </a:accent3>
      <a:accent4>
        <a:srgbClr val="B0DE5C"/>
      </a:accent4>
      <a:accent5>
        <a:srgbClr val="5D554B"/>
      </a:accent5>
      <a:accent6>
        <a:srgbClr val="C3C3C3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2">
        <a:dk1>
          <a:srgbClr val="FFFFFF"/>
        </a:dk1>
        <a:lt1>
          <a:srgbClr val="043074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99AD"/>
        </a:accent2>
        <a:accent3>
          <a:srgbClr val="A9C23F"/>
        </a:accent3>
        <a:accent4>
          <a:srgbClr val="B0DE5C"/>
        </a:accent4>
        <a:accent5>
          <a:srgbClr val="5D554B"/>
        </a:accent5>
        <a:accent6>
          <a:srgbClr val="C3C3C3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AT3451_OFF.potx" id="{15A1F3AD-7588-4305-A500-EB7094E26042}" vid="{3EFA9905-E803-4DBA-AD29-0CEB94F46906}"/>
    </a:ext>
  </a:extLst>
</a:theme>
</file>

<file path=ppt/theme/theme3.xml><?xml version="1.0" encoding="utf-8"?>
<a:theme xmlns:a="http://schemas.openxmlformats.org/drawingml/2006/main" name="CustomMaster 3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43074"/>
      </a:accent1>
      <a:accent2>
        <a:srgbClr val="A9C23F"/>
      </a:accent2>
      <a:accent3>
        <a:srgbClr val="0099AD"/>
      </a:accent3>
      <a:accent4>
        <a:srgbClr val="B0DE5C"/>
      </a:accent4>
      <a:accent5>
        <a:srgbClr val="5D554B"/>
      </a:accent5>
      <a:accent6>
        <a:srgbClr val="C3C3C3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43074"/>
        </a:accent1>
        <a:accent2>
          <a:srgbClr val="A9C23F"/>
        </a:accent2>
        <a:accent3>
          <a:srgbClr val="0099AD"/>
        </a:accent3>
        <a:accent4>
          <a:srgbClr val="B0DE5C"/>
        </a:accent4>
        <a:accent5>
          <a:srgbClr val="5D554B"/>
        </a:accent5>
        <a:accent6>
          <a:srgbClr val="C3C3C3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AT3451_OFF.potx" id="{15A1F3AD-7588-4305-A500-EB7094E26042}" vid="{ECA521DC-A48B-4221-86A2-D0D6579BD23D}"/>
    </a:ext>
  </a:extLst>
</a:theme>
</file>

<file path=ppt/theme/theme4.xml><?xml version="1.0" encoding="utf-8"?>
<a:theme xmlns:a="http://schemas.openxmlformats.org/drawingml/2006/main" name="2_Contrast">
  <a:themeElements>
    <a:clrScheme name="Scheme2">
      <a:dk1>
        <a:srgbClr val="FFFFFF"/>
      </a:dk1>
      <a:lt1>
        <a:srgbClr val="043074"/>
      </a:lt1>
      <a:dk2>
        <a:srgbClr val="000000"/>
      </a:dk2>
      <a:lt2>
        <a:srgbClr val="000000"/>
      </a:lt2>
      <a:accent1>
        <a:srgbClr val="FFFFFF"/>
      </a:accent1>
      <a:accent2>
        <a:srgbClr val="0099AD"/>
      </a:accent2>
      <a:accent3>
        <a:srgbClr val="A9C23F"/>
      </a:accent3>
      <a:accent4>
        <a:srgbClr val="B0DE5C"/>
      </a:accent4>
      <a:accent5>
        <a:srgbClr val="5D554B"/>
      </a:accent5>
      <a:accent6>
        <a:srgbClr val="C3C3C3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2">
        <a:dk1>
          <a:srgbClr val="FFFFFF"/>
        </a:dk1>
        <a:lt1>
          <a:srgbClr val="043074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99AD"/>
        </a:accent2>
        <a:accent3>
          <a:srgbClr val="A9C23F"/>
        </a:accent3>
        <a:accent4>
          <a:srgbClr val="B0DE5C"/>
        </a:accent4>
        <a:accent5>
          <a:srgbClr val="5D554B"/>
        </a:accent5>
        <a:accent6>
          <a:srgbClr val="C3C3C3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AT3451_OFF.potx" id="{15A1F3AD-7588-4305-A500-EB7094E26042}" vid="{3EFA9905-E803-4DBA-AD29-0CEB94F46906}"/>
    </a:ext>
  </a:extLst>
</a:theme>
</file>

<file path=ppt/theme/theme5.xml><?xml version="1.0" encoding="utf-8"?>
<a:theme xmlns:a="http://schemas.openxmlformats.org/drawingml/2006/main" name="4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43074"/>
      </a:accent1>
      <a:accent2>
        <a:srgbClr val="A9C23F"/>
      </a:accent2>
      <a:accent3>
        <a:srgbClr val="0099AD"/>
      </a:accent3>
      <a:accent4>
        <a:srgbClr val="B0DE5C"/>
      </a:accent4>
      <a:accent5>
        <a:srgbClr val="5D554B"/>
      </a:accent5>
      <a:accent6>
        <a:srgbClr val="C3C3C3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43074"/>
        </a:accent1>
        <a:accent2>
          <a:srgbClr val="A9C23F"/>
        </a:accent2>
        <a:accent3>
          <a:srgbClr val="0099AD"/>
        </a:accent3>
        <a:accent4>
          <a:srgbClr val="B0DE5C"/>
        </a:accent4>
        <a:accent5>
          <a:srgbClr val="5D554B"/>
        </a:accent5>
        <a:accent6>
          <a:srgbClr val="C3C3C3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AT3451_OFF.potx" id="{15A1F3AD-7588-4305-A500-EB7094E26042}" vid="{ECA521DC-A48B-4221-86A2-D0D6579BD23D}"/>
    </a:ext>
  </a:extLst>
</a:theme>
</file>

<file path=ppt/theme/theme6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314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Segoe UI</vt:lpstr>
      <vt:lpstr>Wingdings</vt:lpstr>
      <vt:lpstr>White</vt:lpstr>
      <vt:lpstr>Contrast</vt:lpstr>
      <vt:lpstr>CustomMaster 3</vt:lpstr>
      <vt:lpstr>2_Contrast</vt:lpstr>
      <vt:lpstr>4_White</vt:lpstr>
      <vt:lpstr>think-cell Slide</vt:lpstr>
      <vt:lpstr>Defining Good Revenue</vt:lpstr>
      <vt:lpstr>Background – Why is this important?</vt:lpstr>
      <vt:lpstr>Process Overview</vt:lpstr>
      <vt:lpstr>1. Establishing a Metric</vt:lpstr>
      <vt:lpstr>2. Building Comp Sets</vt:lpstr>
      <vt:lpstr>3. Monitoring Position in RevPASF among Comps</vt:lpstr>
      <vt:lpstr>Appendix</vt:lpstr>
      <vt:lpstr>Rent Roll Calculation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cp:lastPrinted>2021-07-21T13:18:43Z</cp:lastPrinted>
  <dcterms:created xsi:type="dcterms:W3CDTF">2021-02-26T20:36:01Z</dcterms:created>
  <dcterms:modified xsi:type="dcterms:W3CDTF">2025-04-23T14:09:10Z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Version">
    <vt:lpwstr>4</vt:lpwstr>
  </property>
  <property fmtid="{D5CDD505-2E9C-101B-9397-08002B2CF9AE}" pid="3" name="TemplateCreated">
    <vt:lpwstr>2019-02-27 01:18 PM</vt:lpwstr>
  </property>
</Properties>
</file>